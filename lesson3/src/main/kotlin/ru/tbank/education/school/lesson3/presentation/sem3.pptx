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6"/>
  </p:notesMasterIdLst>
  <p:sldIdLst>
    <p:sldId id="829" r:id="rId2"/>
    <p:sldId id="839" r:id="rId3"/>
    <p:sldId id="785" r:id="rId4"/>
    <p:sldId id="830" r:id="rId5"/>
    <p:sldId id="831" r:id="rId6"/>
    <p:sldId id="833" r:id="rId7"/>
    <p:sldId id="832" r:id="rId8"/>
    <p:sldId id="834" r:id="rId9"/>
    <p:sldId id="804" r:id="rId10"/>
    <p:sldId id="837" r:id="rId11"/>
    <p:sldId id="827" r:id="rId12"/>
    <p:sldId id="835" r:id="rId13"/>
    <p:sldId id="836" r:id="rId14"/>
    <p:sldId id="838" r:id="rId15"/>
  </p:sldIdLst>
  <p:sldSz cx="19799300" cy="11160125"/>
  <p:notesSz cx="19799300" cy="11160125"/>
  <p:embeddedFontLst>
    <p:embeddedFont>
      <p:font typeface="Tinkoff Sans" panose="02000506050000020004" pitchFamily="2" charset="0"/>
      <p:regular r:id="rId17"/>
      <p:bold r:id="rId18"/>
    </p:embeddedFont>
  </p:embeddedFontLst>
  <p:defaultTextStyle>
    <a:defPPr marL="0" marR="0" indent="0" algn="l" defTabSz="90005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lang="ru-RU" sz="175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1pPr>
    <a:lvl2pPr marL="0" marR="0" indent="450028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2pPr>
    <a:lvl3pPr marL="0" marR="0" indent="900059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3pPr>
    <a:lvl4pPr marL="0" marR="0" indent="135008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4pPr>
    <a:lvl5pPr marL="0" marR="0" indent="1800119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5pPr>
    <a:lvl6pPr marL="0" marR="0" indent="225014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6pPr>
    <a:lvl7pPr marL="0" marR="0" indent="2700176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7pPr>
    <a:lvl8pPr marL="0" marR="0" indent="315020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8pPr>
    <a:lvl9pPr marL="0" marR="0" indent="3600236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2DF8AF6-2A87-3145-9D09-616B29C3269E}">
          <p14:sldIdLst>
            <p14:sldId id="829"/>
          </p14:sldIdLst>
        </p14:section>
        <p14:section name="теория" id="{FE05C58F-8341-7341-96BA-48E279C60E78}">
          <p14:sldIdLst>
            <p14:sldId id="839"/>
            <p14:sldId id="785"/>
            <p14:sldId id="830"/>
            <p14:sldId id="831"/>
            <p14:sldId id="833"/>
            <p14:sldId id="832"/>
            <p14:sldId id="834"/>
            <p14:sldId id="804"/>
            <p14:sldId id="837"/>
            <p14:sldId id="827"/>
            <p14:sldId id="835"/>
            <p14:sldId id="836"/>
            <p14:sldId id="838"/>
          </p14:sldIdLst>
        </p14:section>
      </p14:sectionLst>
    </p:ext>
    <p:ext uri="{EFAFB233-063F-42B5-8137-9DF3F51BA10A}">
      <p15:sldGuideLst xmlns:p15="http://schemas.microsoft.com/office/powerpoint/2012/main">
        <p15:guide id="1" pos="6236">
          <p15:clr>
            <a:srgbClr val="A4A3A4"/>
          </p15:clr>
        </p15:guide>
        <p15:guide id="2" orient="horz" pos="3515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E43FDF-ECDA-34A3-ADE7-C7DA831C0A0E}" name="Пальцева Злата Игоревна" initials="ПЗИ" userId="S::zipaltseva@edu.hse.ru::5bf150a5-51ad-4db6-bc5e-a3cea9dac2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089"/>
    <p:restoredTop sz="94709"/>
  </p:normalViewPr>
  <p:slideViewPr>
    <p:cSldViewPr snapToGrid="0" snapToObjects="1" showGuides="1">
      <p:cViewPr>
        <p:scale>
          <a:sx n="50" d="100"/>
          <a:sy n="50" d="100"/>
        </p:scale>
        <p:origin x="136" y="784"/>
      </p:cViewPr>
      <p:guideLst>
        <p:guide pos="6236"/>
        <p:guide orient="horz" pos="35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>
      <a:defRPr sz="1400" b="0" i="0">
        <a:solidFill>
          <a:schemeClr val="tx1"/>
        </a:solidFill>
        <a:highlight>
          <a:srgbClr val="FFFF00"/>
        </a:highlight>
        <a:latin typeface="Tinkoff Sans"/>
        <a:ea typeface="+mj-ea"/>
        <a:cs typeface="+mj-cs"/>
      </a:defRPr>
    </a:lvl1pPr>
    <a:lvl2pPr indent="225015">
      <a:defRPr sz="1200">
        <a:latin typeface="+mj-lt"/>
        <a:ea typeface="+mj-ea"/>
        <a:cs typeface="+mj-cs"/>
      </a:defRPr>
    </a:lvl2pPr>
    <a:lvl3pPr indent="450029">
      <a:defRPr sz="1200">
        <a:latin typeface="+mj-lt"/>
        <a:ea typeface="+mj-ea"/>
        <a:cs typeface="+mj-cs"/>
      </a:defRPr>
    </a:lvl3pPr>
    <a:lvl4pPr indent="675045">
      <a:defRPr sz="1200">
        <a:latin typeface="+mj-lt"/>
        <a:ea typeface="+mj-ea"/>
        <a:cs typeface="+mj-cs"/>
      </a:defRPr>
    </a:lvl4pPr>
    <a:lvl5pPr indent="900060">
      <a:defRPr sz="1200">
        <a:latin typeface="+mj-lt"/>
        <a:ea typeface="+mj-ea"/>
        <a:cs typeface="+mj-cs"/>
      </a:defRPr>
    </a:lvl5pPr>
    <a:lvl6pPr indent="1125075">
      <a:defRPr sz="1200">
        <a:latin typeface="+mj-lt"/>
        <a:ea typeface="+mj-ea"/>
        <a:cs typeface="+mj-cs"/>
      </a:defRPr>
    </a:lvl6pPr>
    <a:lvl7pPr indent="1350086">
      <a:defRPr sz="1200">
        <a:latin typeface="+mj-lt"/>
        <a:ea typeface="+mj-ea"/>
        <a:cs typeface="+mj-cs"/>
      </a:defRPr>
    </a:lvl7pPr>
    <a:lvl8pPr indent="1575102">
      <a:defRPr sz="1200">
        <a:latin typeface="+mj-lt"/>
        <a:ea typeface="+mj-ea"/>
        <a:cs typeface="+mj-cs"/>
      </a:defRPr>
    </a:lvl8pPr>
    <a:lvl9pPr indent="1800120">
      <a:defRPr sz="1200"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Пример №3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Титульный слайд с вариантом, когда присутствует картинка или </a:t>
            </a:r>
            <a:r>
              <a:rPr lang="en-US"/>
              <a:t>3D </a:t>
            </a:r>
            <a:r>
              <a:rPr lang="ru-RU"/>
              <a:t>объект</a:t>
            </a:r>
            <a:endParaRPr/>
          </a:p>
          <a:p>
            <a:pPr>
              <a:defRPr/>
            </a:pPr>
            <a:r>
              <a:rPr lang="en-US"/>
              <a:t>(</a:t>
            </a:r>
            <a:r>
              <a:rPr lang="ru-RU"/>
              <a:t>из трех примеров выберите подходящий под вашу презентацию)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Если необходимо поставить лого суббренда обратитесь к </a:t>
            </a:r>
            <a:r>
              <a:rPr lang="en" sz="1400" b="0" i="0">
                <a:solidFill>
                  <a:schemeClr val="tx1"/>
                </a:solidFill>
                <a:highlight>
                  <a:srgbClr val="FFFF00"/>
                </a:highlight>
                <a:latin typeface="Tinkoff Sans"/>
                <a:ea typeface="+mj-ea"/>
                <a:cs typeface="+mj-cs"/>
              </a:rPr>
              <a:t>k.yashkina</a:t>
            </a:r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77668-4ED6-7478-C08F-BFC65AFB1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D08CFD0-4EA0-39BA-4FA4-EAF4DB93F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95ED3E2-F3B3-D8D0-89F3-F16A1384B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0802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56BC0-4679-6EB0-51AD-D836B481B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F0AEA52-1035-F666-6EE2-B66E73109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72D6032-1F94-FFB2-0C93-B64012FC5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8534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EA523-6486-EA08-D03A-233BFD00198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EA0B1680-6808-25ED-0998-66698463C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631BE58D-0E40-B9E6-B6E3-64C4E1F1D4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29312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AA031-985E-36D3-5635-482E137E931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CC2A5AEB-7CA0-4766-5AAF-8975A121DD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25D09564-A462-CD04-433B-03C8C285554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80881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7327E-6230-53A9-811E-22E52AFD1DE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2B268415-F05F-5D5B-72E3-B826B4811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60347FFB-548A-FBF2-F666-BBAB8A2F92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76355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08ECC-C156-66EC-B570-3F5EB891563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4302D0C6-73C4-AB22-2F85-6BC591B17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7D2ED310-DDA5-74AF-C091-B3F780867F7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90665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25D88-5044-6503-A1C8-13C99E87CDC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0F909116-462E-9B92-5825-840A9E8D4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D6B0543A-03BE-DDAF-0BF9-D76AA17008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3426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3A59B-DE6B-8E8B-C8B3-660C79980B2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67466" name="Образ слайда 1">
            <a:extLst>
              <a:ext uri="{FF2B5EF4-FFF2-40B4-BE49-F238E27FC236}">
                <a16:creationId xmlns:a16="http://schemas.microsoft.com/office/drawing/2014/main" id="{34455856-46FE-44E9-1D38-81613AB80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720497375" name="Заметки 2">
            <a:extLst>
              <a:ext uri="{FF2B5EF4-FFF2-40B4-BE49-F238E27FC236}">
                <a16:creationId xmlns:a16="http://schemas.microsoft.com/office/drawing/2014/main" id="{2AF0E889-551A-907B-EAF3-7285C984112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 слайда отбивки с картинкой</a:t>
            </a:r>
            <a:endParaRPr/>
          </a:p>
          <a:p>
            <a:pPr>
              <a:defRPr/>
            </a:pPr>
            <a:r>
              <a:rPr lang="ru-RU"/>
              <a:t>Выберите один из трех примеров</a:t>
            </a:r>
            <a:endParaRPr/>
          </a:p>
          <a:p>
            <a:pPr>
              <a:defRPr/>
            </a:pPr>
            <a:r>
              <a:rPr lang="ru-RU"/>
              <a:t>Если не нашли подходящий для вашего контента</a:t>
            </a:r>
            <a:r>
              <a:rPr lang="en-US"/>
              <a:t>,</a:t>
            </a:r>
            <a:r>
              <a:rPr lang="ru-RU"/>
              <a:t> то смотрите ссылки на библиотеку картинок и </a:t>
            </a:r>
            <a:r>
              <a:rPr lang="en-US"/>
              <a:t>3D </a:t>
            </a:r>
            <a:r>
              <a:rPr lang="ru-RU"/>
              <a:t>на стр 7</a:t>
            </a:r>
            <a:endParaRPr/>
          </a:p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319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BE414-1C0B-4DFB-94A6-A1505C7DF3C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DDB681AE-B002-46F6-BD0E-7E4E937BC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1F531DE2-CC66-C99C-12CA-37C0518FB0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Слайд </a:t>
            </a:r>
            <a:r>
              <a:rPr lang="ru-RU" dirty="0" err="1"/>
              <a:t>текст+картинка</a:t>
            </a:r>
            <a:endParaRPr dirty="0"/>
          </a:p>
          <a:p>
            <a:pPr>
              <a:defRPr/>
            </a:pPr>
            <a:r>
              <a:rPr lang="ru-RU" dirty="0"/>
              <a:t>Нажмите на заполнитель с картинкой и подгрузите ваше изображение</a:t>
            </a:r>
            <a:endParaRPr dirty="0"/>
          </a:p>
          <a:p>
            <a:pPr>
              <a:defRPr/>
            </a:pPr>
            <a:r>
              <a:rPr lang="ru-RU" dirty="0"/>
              <a:t>При необходимости подвижные элементы можно перемешать</a:t>
            </a:r>
            <a:r>
              <a:rPr lang="en-US" dirty="0"/>
              <a:t> </a:t>
            </a:r>
            <a:r>
              <a:rPr lang="ru-RU" dirty="0"/>
              <a:t>или дублировать/копировать</a:t>
            </a:r>
            <a:endParaRPr dirty="0"/>
          </a:p>
          <a:p>
            <a:pPr>
              <a:defRPr/>
            </a:pPr>
            <a:r>
              <a:rPr lang="ru-RU" dirty="0"/>
              <a:t>Ссылка на библиотеку картинок на слайде 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3157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049C3-DD53-F0C5-ADEE-34C02FB094A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E3575E14-70AE-595B-5A09-2F60378AF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ACDE2E9C-FFBD-4E20-F7E8-6B8926464D8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054027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F8D33-A14C-8547-A40C-1E45C1F7369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763A5210-706B-0F58-7292-867311411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CD4C565B-4923-8F65-5726-FC6F25DCE4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8428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DA42D-C033-A9ED-7711-1987ECE321F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D93A77E0-5B0E-0910-E209-B4FB68D0F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B1306929-FD45-A9CB-5862-F2B7B3AFA3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26862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E6347-D58A-3D0D-53DE-01701B59FA5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AA853BD2-3D4A-E608-C005-48133B435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048EEC05-5333-6A08-C9DA-DFE5A50E239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77207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08365" y="355059"/>
            <a:ext cx="3899344" cy="1527243"/>
          </a:xfrm>
          <a:prstGeom prst="rect">
            <a:avLst/>
          </a:prstGeom>
        </p:spPr>
      </p:pic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9899651" y="0"/>
            <a:ext cx="9898908" cy="10440988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59131"/>
              <a:gd name="connsiteX1" fmla="*/ 12141670 w 12141670"/>
              <a:gd name="connsiteY1" fmla="*/ 0 h 10359131"/>
              <a:gd name="connsiteX2" fmla="*/ 12132478 w 12141670"/>
              <a:gd name="connsiteY2" fmla="*/ 10351376 h 10359131"/>
              <a:gd name="connsiteX3" fmla="*/ 2436612 w 12141670"/>
              <a:gd name="connsiteY3" fmla="*/ 10358966 h 10359131"/>
              <a:gd name="connsiteX4" fmla="*/ 525713 w 12141670"/>
              <a:gd name="connsiteY4" fmla="*/ 9795105 h 10359131"/>
              <a:gd name="connsiteX5" fmla="*/ 38614 w 12141670"/>
              <a:gd name="connsiteY5" fmla="*/ 8801207 h 10359131"/>
              <a:gd name="connsiteX6" fmla="*/ 25987 w 12141670"/>
              <a:gd name="connsiteY6" fmla="*/ 7210254 h 10359131"/>
              <a:gd name="connsiteX7" fmla="*/ 19421 w 12141670"/>
              <a:gd name="connsiteY7" fmla="*/ 5543 h 1035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41670" h="10359131" extrusionOk="0">
                <a:moveTo>
                  <a:pt x="19421" y="5543"/>
                </a:moveTo>
                <a:lnTo>
                  <a:pt x="12141670" y="0"/>
                </a:lnTo>
                <a:cubicBezTo>
                  <a:pt x="12138606" y="3454533"/>
                  <a:pt x="12135542" y="6896843"/>
                  <a:pt x="12132478" y="10351376"/>
                </a:cubicBezTo>
                <a:lnTo>
                  <a:pt x="2436612" y="10358966"/>
                </a:lnTo>
                <a:cubicBezTo>
                  <a:pt x="1353219" y="10366550"/>
                  <a:pt x="863858" y="10112604"/>
                  <a:pt x="525713" y="9795105"/>
                </a:cubicBezTo>
                <a:cubicBezTo>
                  <a:pt x="187568" y="9477606"/>
                  <a:pt x="121902" y="9232015"/>
                  <a:pt x="38614" y="8801207"/>
                </a:cubicBezTo>
                <a:cubicBezTo>
                  <a:pt x="-44674" y="8370399"/>
                  <a:pt x="33919" y="7445423"/>
                  <a:pt x="25987" y="7210254"/>
                </a:cubicBezTo>
                <a:cubicBezTo>
                  <a:pt x="18055" y="6975085"/>
                  <a:pt x="11378" y="2453087"/>
                  <a:pt x="19421" y="5543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1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sp>
        <p:nvSpPr>
          <p:cNvPr id="2" name="Прямоугольник 1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/>
          <p:nvPr userDrawn="1"/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 marL="0" marR="0" indent="0" algn="r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450029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90006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135008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180012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225014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270017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315020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360023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/>
          <a:srcRect t="4375" b="12816"/>
          <a:stretch/>
        </p:blipFill>
        <p:spPr bwMode="auto">
          <a:xfrm>
            <a:off x="0" y="-1"/>
            <a:ext cx="19823463" cy="11160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скругленным углом 1"/>
          <p:cNvSpPr/>
          <p:nvPr userDrawn="1"/>
        </p:nvSpPr>
        <p:spPr bwMode="auto">
          <a:xfrm flipH="1" flipV="1">
            <a:off x="7161025" y="-2"/>
            <a:ext cx="12255499" cy="10440990"/>
          </a:xfrm>
          <a:prstGeom prst="round1Rect">
            <a:avLst>
              <a:gd name="adj" fmla="val 16115"/>
            </a:avLst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Прямоугольник с одним скругленным углом 2"/>
          <p:cNvSpPr/>
          <p:nvPr userDrawn="1"/>
        </p:nvSpPr>
        <p:spPr bwMode="auto">
          <a:xfrm flipH="1" flipV="1">
            <a:off x="13307828" y="0"/>
            <a:ext cx="6491472" cy="10440988"/>
          </a:xfrm>
          <a:custGeom>
            <a:avLst/>
            <a:gdLst>
              <a:gd name="connsiteX0" fmla="*/ 0 w 6108700"/>
              <a:gd name="connsiteY0" fmla="*/ 0 h 10287006"/>
              <a:gd name="connsiteX1" fmla="*/ 4481953 w 6108700"/>
              <a:gd name="connsiteY1" fmla="*/ 0 h 10287006"/>
              <a:gd name="connsiteX2" fmla="*/ 6108700 w 6108700"/>
              <a:gd name="connsiteY2" fmla="*/ 1626747 h 10287006"/>
              <a:gd name="connsiteX3" fmla="*/ 6108700 w 6108700"/>
              <a:gd name="connsiteY3" fmla="*/ 10287006 h 10287006"/>
              <a:gd name="connsiteX4" fmla="*/ 0 w 6108700"/>
              <a:gd name="connsiteY4" fmla="*/ 10287006 h 10287006"/>
              <a:gd name="connsiteX5" fmla="*/ 0 w 6108700"/>
              <a:gd name="connsiteY5" fmla="*/ 0 h 10287006"/>
              <a:gd name="connsiteX0" fmla="*/ 382772 w 6491472"/>
              <a:gd name="connsiteY0" fmla="*/ 0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382772 w 6491472"/>
              <a:gd name="connsiteY5" fmla="*/ 0 h 10287006"/>
              <a:gd name="connsiteX0" fmla="*/ 0 w 6491472"/>
              <a:gd name="connsiteY0" fmla="*/ 21265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0 w 6491472"/>
              <a:gd name="connsiteY5" fmla="*/ 21265 h 1028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91472" h="10287006" extrusionOk="0">
                <a:moveTo>
                  <a:pt x="0" y="21265"/>
                </a:moveTo>
                <a:lnTo>
                  <a:pt x="4864725" y="0"/>
                </a:lnTo>
                <a:cubicBezTo>
                  <a:pt x="5763153" y="0"/>
                  <a:pt x="6491472" y="728319"/>
                  <a:pt x="6491472" y="1626747"/>
                </a:cubicBezTo>
                <a:lnTo>
                  <a:pt x="6491472" y="10287006"/>
                </a:lnTo>
                <a:lnTo>
                  <a:pt x="0" y="10287006"/>
                </a:lnTo>
                <a:lnTo>
                  <a:pt x="0" y="21265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11563859" y="5544"/>
            <a:ext cx="8234700" cy="10435444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32481"/>
              <a:gd name="connsiteY0" fmla="*/ 0 h 10388036"/>
              <a:gd name="connsiteX1" fmla="*/ 8709658 w 12132481"/>
              <a:gd name="connsiteY1" fmla="*/ 12745 h 10388036"/>
              <a:gd name="connsiteX2" fmla="*/ 12132478 w 12132481"/>
              <a:gd name="connsiteY2" fmla="*/ 10388036 h 10388036"/>
              <a:gd name="connsiteX3" fmla="*/ 2436612 w 12132481"/>
              <a:gd name="connsiteY3" fmla="*/ 10353423 h 10388036"/>
              <a:gd name="connsiteX4" fmla="*/ 525713 w 12132481"/>
              <a:gd name="connsiteY4" fmla="*/ 9789562 h 10388036"/>
              <a:gd name="connsiteX5" fmla="*/ 38614 w 12132481"/>
              <a:gd name="connsiteY5" fmla="*/ 8795664 h 10388036"/>
              <a:gd name="connsiteX6" fmla="*/ 25987 w 12132481"/>
              <a:gd name="connsiteY6" fmla="*/ 7204711 h 10388036"/>
              <a:gd name="connsiteX7" fmla="*/ 19421 w 12132481"/>
              <a:gd name="connsiteY7" fmla="*/ 0 h 10388036"/>
              <a:gd name="connsiteX0" fmla="*/ 19421 w 12132481"/>
              <a:gd name="connsiteY0" fmla="*/ 0 h 10388036"/>
              <a:gd name="connsiteX1" fmla="*/ 10100408 w 12132481"/>
              <a:gd name="connsiteY1" fmla="*/ 31033 h 10388036"/>
              <a:gd name="connsiteX2" fmla="*/ 12132478 w 12132481"/>
              <a:gd name="connsiteY2" fmla="*/ 10388036 h 10388036"/>
              <a:gd name="connsiteX3" fmla="*/ 2436612 w 12132481"/>
              <a:gd name="connsiteY3" fmla="*/ 10353423 h 10388036"/>
              <a:gd name="connsiteX4" fmla="*/ 525713 w 12132481"/>
              <a:gd name="connsiteY4" fmla="*/ 9789562 h 10388036"/>
              <a:gd name="connsiteX5" fmla="*/ 38614 w 12132481"/>
              <a:gd name="connsiteY5" fmla="*/ 8795664 h 10388036"/>
              <a:gd name="connsiteX6" fmla="*/ 25987 w 12132481"/>
              <a:gd name="connsiteY6" fmla="*/ 7204711 h 10388036"/>
              <a:gd name="connsiteX7" fmla="*/ 19421 w 12132481"/>
              <a:gd name="connsiteY7" fmla="*/ 0 h 10388036"/>
              <a:gd name="connsiteX0" fmla="*/ 19421 w 10100408"/>
              <a:gd name="connsiteY0" fmla="*/ 0 h 10369748"/>
              <a:gd name="connsiteX1" fmla="*/ 10100408 w 10100408"/>
              <a:gd name="connsiteY1" fmla="*/ 31033 h 10369748"/>
              <a:gd name="connsiteX2" fmla="*/ 10068785 w 10100408"/>
              <a:gd name="connsiteY2" fmla="*/ 10369748 h 10369748"/>
              <a:gd name="connsiteX3" fmla="*/ 2436612 w 10100408"/>
              <a:gd name="connsiteY3" fmla="*/ 10353423 h 10369748"/>
              <a:gd name="connsiteX4" fmla="*/ 525713 w 10100408"/>
              <a:gd name="connsiteY4" fmla="*/ 9789562 h 10369748"/>
              <a:gd name="connsiteX5" fmla="*/ 38614 w 10100408"/>
              <a:gd name="connsiteY5" fmla="*/ 8795664 h 10369748"/>
              <a:gd name="connsiteX6" fmla="*/ 25987 w 10100408"/>
              <a:gd name="connsiteY6" fmla="*/ 7204711 h 10369748"/>
              <a:gd name="connsiteX7" fmla="*/ 19421 w 10100408"/>
              <a:gd name="connsiteY7" fmla="*/ 0 h 10369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00408" h="10369748" extrusionOk="0">
                <a:moveTo>
                  <a:pt x="19421" y="0"/>
                </a:moveTo>
                <a:lnTo>
                  <a:pt x="10100408" y="31033"/>
                </a:lnTo>
                <a:cubicBezTo>
                  <a:pt x="10097344" y="3485566"/>
                  <a:pt x="10071849" y="6915215"/>
                  <a:pt x="10068785" y="10369748"/>
                </a:cubicBezTo>
                <a:lnTo>
                  <a:pt x="2436612" y="10353423"/>
                </a:lnTo>
                <a:cubicBezTo>
                  <a:pt x="1353219" y="10361007"/>
                  <a:pt x="863858" y="10107061"/>
                  <a:pt x="525713" y="9789562"/>
                </a:cubicBezTo>
                <a:cubicBezTo>
                  <a:pt x="187568" y="9472063"/>
                  <a:pt x="121902" y="9226472"/>
                  <a:pt x="38614" y="8795664"/>
                </a:cubicBezTo>
                <a:cubicBezTo>
                  <a:pt x="-44674" y="8364856"/>
                  <a:pt x="33919" y="7439880"/>
                  <a:pt x="25987" y="7204711"/>
                </a:cubicBezTo>
                <a:cubicBezTo>
                  <a:pt x="18055" y="6969542"/>
                  <a:pt x="11378" y="2447544"/>
                  <a:pt x="1942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>
            <a:alphaModFix amt="51000"/>
          </a:blip>
          <a:stretch/>
        </p:blipFill>
        <p:spPr bwMode="auto">
          <a:xfrm flipH="1">
            <a:off x="11" y="11509"/>
            <a:ext cx="13601081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/>
          <p:cNvSpPr/>
          <p:nvPr userDrawn="1"/>
        </p:nvSpPr>
        <p:spPr bwMode="auto">
          <a:xfrm rot="10800000" flipH="1">
            <a:off x="10520490" y="0"/>
            <a:ext cx="9287822" cy="10458915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 extrusionOk="0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>
              <a:defRPr/>
            </a:pPr>
            <a:endParaRPr lang="ru-RU" sz="1800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>
            <a:alphaModFix amt="29000"/>
          </a:blip>
          <a:srcRect r="9692"/>
          <a:stretch/>
        </p:blipFill>
        <p:spPr bwMode="auto">
          <a:xfrm flipH="1">
            <a:off x="0" y="11509"/>
            <a:ext cx="13827108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/>
          <p:cNvSpPr/>
          <p:nvPr userDrawn="1"/>
        </p:nvSpPr>
        <p:spPr bwMode="auto">
          <a:xfrm rot="10800000" flipH="1">
            <a:off x="10520490" y="10517"/>
            <a:ext cx="9287822" cy="10430470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 extrusionOk="0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>
              <a:defRPr/>
            </a:pPr>
            <a:endParaRPr lang="ru-RU" sz="1800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0"/>
          </p:nvPr>
        </p:nvSpPr>
        <p:spPr bwMode="auto">
          <a:xfrm>
            <a:off x="1898372" y="6297147"/>
            <a:ext cx="17900930" cy="4862983"/>
          </a:xfrm>
          <a:prstGeom prst="snipRoundRect">
            <a:avLst>
              <a:gd name="adj1" fmla="val 28131"/>
              <a:gd name="adj2" fmla="val 0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12"/>
          <p:cNvSpPr>
            <a:spLocks noGrp="1"/>
          </p:cNvSpPr>
          <p:nvPr>
            <p:ph type="pic" sz="quarter" idx="11"/>
          </p:nvPr>
        </p:nvSpPr>
        <p:spPr bwMode="auto">
          <a:xfrm>
            <a:off x="4" y="-7288"/>
            <a:ext cx="9179673" cy="10448276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48201" h="5567081" extrusionOk="0">
                <a:moveTo>
                  <a:pt x="0" y="0"/>
                </a:moveTo>
                <a:lnTo>
                  <a:pt x="4648201" y="0"/>
                </a:lnTo>
                <a:lnTo>
                  <a:pt x="4648201" y="4551061"/>
                </a:lnTo>
                <a:cubicBezTo>
                  <a:pt x="4648201" y="5112193"/>
                  <a:pt x="4193313" y="5567081"/>
                  <a:pt x="3632181" y="5567081"/>
                </a:cubicBezTo>
                <a:lnTo>
                  <a:pt x="0" y="5567081"/>
                </a:lnTo>
                <a:close/>
              </a:path>
            </a:pathLst>
          </a:custGeom>
          <a:solidFill>
            <a:schemeClr val="accent4"/>
          </a:solidFill>
        </p:spPr>
        <p:txBody>
          <a:bodyPr lIns="36000" rIns="36000"/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13646317" y="5543"/>
            <a:ext cx="4539723" cy="10435445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5527662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84435"/>
              <a:gd name="connsiteX1" fmla="*/ 12141670 w 12141670"/>
              <a:gd name="connsiteY1" fmla="*/ 0 h 10384435"/>
              <a:gd name="connsiteX2" fmla="*/ 5583741 w 12141670"/>
              <a:gd name="connsiteY2" fmla="*/ 10384435 h 10384435"/>
              <a:gd name="connsiteX3" fmla="*/ 2436612 w 12141670"/>
              <a:gd name="connsiteY3" fmla="*/ 10358966 h 10384435"/>
              <a:gd name="connsiteX4" fmla="*/ 525713 w 12141670"/>
              <a:gd name="connsiteY4" fmla="*/ 9795105 h 10384435"/>
              <a:gd name="connsiteX5" fmla="*/ 38614 w 12141670"/>
              <a:gd name="connsiteY5" fmla="*/ 8801207 h 10384435"/>
              <a:gd name="connsiteX6" fmla="*/ 25987 w 12141670"/>
              <a:gd name="connsiteY6" fmla="*/ 7210254 h 10384435"/>
              <a:gd name="connsiteX7" fmla="*/ 19421 w 12141670"/>
              <a:gd name="connsiteY7" fmla="*/ 5543 h 10384435"/>
              <a:gd name="connsiteX0" fmla="*/ 19421 w 5583751"/>
              <a:gd name="connsiteY0" fmla="*/ 0 h 10378892"/>
              <a:gd name="connsiteX1" fmla="*/ 4941175 w 5583751"/>
              <a:gd name="connsiteY1" fmla="*/ 12745 h 10378892"/>
              <a:gd name="connsiteX2" fmla="*/ 5583741 w 5583751"/>
              <a:gd name="connsiteY2" fmla="*/ 10378892 h 10378892"/>
              <a:gd name="connsiteX3" fmla="*/ 2436612 w 5583751"/>
              <a:gd name="connsiteY3" fmla="*/ 10353423 h 10378892"/>
              <a:gd name="connsiteX4" fmla="*/ 525713 w 5583751"/>
              <a:gd name="connsiteY4" fmla="*/ 9789562 h 10378892"/>
              <a:gd name="connsiteX5" fmla="*/ 38614 w 5583751"/>
              <a:gd name="connsiteY5" fmla="*/ 8795664 h 10378892"/>
              <a:gd name="connsiteX6" fmla="*/ 25987 w 5583751"/>
              <a:gd name="connsiteY6" fmla="*/ 7204711 h 10378892"/>
              <a:gd name="connsiteX7" fmla="*/ 19421 w 5583751"/>
              <a:gd name="connsiteY7" fmla="*/ 0 h 10378892"/>
              <a:gd name="connsiteX0" fmla="*/ 19421 w 5584052"/>
              <a:gd name="connsiteY0" fmla="*/ 0 h 10378892"/>
              <a:gd name="connsiteX1" fmla="*/ 5569255 w 5584052"/>
              <a:gd name="connsiteY1" fmla="*/ 3601 h 10378892"/>
              <a:gd name="connsiteX2" fmla="*/ 5583741 w 5584052"/>
              <a:gd name="connsiteY2" fmla="*/ 10378892 h 10378892"/>
              <a:gd name="connsiteX3" fmla="*/ 2436612 w 5584052"/>
              <a:gd name="connsiteY3" fmla="*/ 10353423 h 10378892"/>
              <a:gd name="connsiteX4" fmla="*/ 525713 w 5584052"/>
              <a:gd name="connsiteY4" fmla="*/ 9789562 h 10378892"/>
              <a:gd name="connsiteX5" fmla="*/ 38614 w 5584052"/>
              <a:gd name="connsiteY5" fmla="*/ 8795664 h 10378892"/>
              <a:gd name="connsiteX6" fmla="*/ 25987 w 5584052"/>
              <a:gd name="connsiteY6" fmla="*/ 7204711 h 10378892"/>
              <a:gd name="connsiteX7" fmla="*/ 19421 w 5584052"/>
              <a:gd name="connsiteY7" fmla="*/ 0 h 10378892"/>
              <a:gd name="connsiteX0" fmla="*/ 3641 w 5568272"/>
              <a:gd name="connsiteY0" fmla="*/ 0 h 10378892"/>
              <a:gd name="connsiteX1" fmla="*/ 5553475 w 5568272"/>
              <a:gd name="connsiteY1" fmla="*/ 3601 h 10378892"/>
              <a:gd name="connsiteX2" fmla="*/ 5567961 w 5568272"/>
              <a:gd name="connsiteY2" fmla="*/ 10378892 h 10378892"/>
              <a:gd name="connsiteX3" fmla="*/ 2420832 w 5568272"/>
              <a:gd name="connsiteY3" fmla="*/ 10353423 h 10378892"/>
              <a:gd name="connsiteX4" fmla="*/ 509933 w 5568272"/>
              <a:gd name="connsiteY4" fmla="*/ 9789562 h 10378892"/>
              <a:gd name="connsiteX5" fmla="*/ 22834 w 5568272"/>
              <a:gd name="connsiteY5" fmla="*/ 8795664 h 10378892"/>
              <a:gd name="connsiteX6" fmla="*/ 10207 w 5568272"/>
              <a:gd name="connsiteY6" fmla="*/ 7204711 h 10378892"/>
              <a:gd name="connsiteX7" fmla="*/ 3641 w 5568272"/>
              <a:gd name="connsiteY7" fmla="*/ 0 h 10378892"/>
              <a:gd name="connsiteX0" fmla="*/ 3641 w 5568273"/>
              <a:gd name="connsiteY0" fmla="*/ 0 h 10362943"/>
              <a:gd name="connsiteX1" fmla="*/ 5553475 w 5568273"/>
              <a:gd name="connsiteY1" fmla="*/ 3601 h 10362943"/>
              <a:gd name="connsiteX2" fmla="*/ 5567962 w 5568273"/>
              <a:gd name="connsiteY2" fmla="*/ 10362943 h 10362943"/>
              <a:gd name="connsiteX3" fmla="*/ 2420832 w 5568273"/>
              <a:gd name="connsiteY3" fmla="*/ 10353423 h 10362943"/>
              <a:gd name="connsiteX4" fmla="*/ 509933 w 5568273"/>
              <a:gd name="connsiteY4" fmla="*/ 9789562 h 10362943"/>
              <a:gd name="connsiteX5" fmla="*/ 22834 w 5568273"/>
              <a:gd name="connsiteY5" fmla="*/ 8795664 h 10362943"/>
              <a:gd name="connsiteX6" fmla="*/ 10207 w 5568273"/>
              <a:gd name="connsiteY6" fmla="*/ 7204711 h 10362943"/>
              <a:gd name="connsiteX7" fmla="*/ 3641 w 5568273"/>
              <a:gd name="connsiteY7" fmla="*/ 0 h 10362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8273" h="10362943" extrusionOk="0">
                <a:moveTo>
                  <a:pt x="3641" y="0"/>
                </a:moveTo>
                <a:lnTo>
                  <a:pt x="5553475" y="3601"/>
                </a:lnTo>
                <a:cubicBezTo>
                  <a:pt x="5550411" y="3458134"/>
                  <a:pt x="5571026" y="6908410"/>
                  <a:pt x="5567962" y="10362943"/>
                </a:cubicBezTo>
                <a:cubicBezTo>
                  <a:pt x="2336007" y="10351405"/>
                  <a:pt x="5652787" y="10364961"/>
                  <a:pt x="2420832" y="10353423"/>
                </a:cubicBezTo>
                <a:cubicBezTo>
                  <a:pt x="1337439" y="10361007"/>
                  <a:pt x="848078" y="10107061"/>
                  <a:pt x="509933" y="9789562"/>
                </a:cubicBezTo>
                <a:cubicBezTo>
                  <a:pt x="171788" y="9472063"/>
                  <a:pt x="47606" y="9218520"/>
                  <a:pt x="22834" y="8795664"/>
                </a:cubicBezTo>
                <a:cubicBezTo>
                  <a:pt x="-1938" y="8372808"/>
                  <a:pt x="18139" y="7439880"/>
                  <a:pt x="10207" y="7204711"/>
                </a:cubicBezTo>
                <a:cubicBezTo>
                  <a:pt x="2275" y="6969542"/>
                  <a:pt x="-4402" y="2447544"/>
                  <a:pt x="364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" name="Уровень текста 1…"/>
          <p:cNvSpPr txBox="1">
            <a:spLocks noGrp="1"/>
          </p:cNvSpPr>
          <p:nvPr>
            <p:ph type="body" idx="1" hasCustomPrompt="1"/>
          </p:nvPr>
        </p:nvSpPr>
        <p:spPr bwMode="auto">
          <a:xfrm>
            <a:off x="680451" y="2577108"/>
            <a:ext cx="15749445" cy="67323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tabLst>
                <a:tab pos="4711865" algn="l"/>
              </a:tabLst>
              <a:defRPr sz="2750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5pPr>
          </a:lstStyle>
          <a:p>
            <a:pPr>
              <a:defRPr/>
            </a:pPr>
            <a:r>
              <a:t>С другой стороны рамки и место обучения кадров требуют от нас анализа систем массового участия.  Таким образом постоянное информационно-пропагандистское обеспечение нашей деятельности играет  важную роль в формировании позиций, занимаемых участниками	в отношении поставленных задач.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30" name="Текст 1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48859" y="2577100"/>
            <a:ext cx="10056187" cy="18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750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5pPr>
          </a:lstStyle>
          <a:p>
            <a:pPr>
              <a:defRPr/>
            </a:pPr>
            <a:r>
              <a:t>Место обучения кадров требуют от нас анализа систем массового  участия. Таким образом постоянное информационно-  пропагандистское обеспечение нашей деятельности играет  важную роль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39" name="Текст 29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948859" y="4844657"/>
            <a:ext cx="10056187" cy="1202438"/>
          </a:xfrm>
          <a:prstGeom prst="rect">
            <a:avLst/>
          </a:prstGeom>
        </p:spPr>
        <p:txBody>
          <a:bodyPr>
            <a:noAutofit/>
          </a:bodyPr>
          <a:lstStyle>
            <a:lvl1pPr marL="0" marR="402302" indent="0" defTabSz="449939">
              <a:lnSpc>
                <a:spcPct val="1139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Таким образом постоянное информационно-пропагандистское  обеспечение нашей деятельности играет важную роль</a:t>
            </a:r>
          </a:p>
        </p:txBody>
      </p:sp>
      <p:sp>
        <p:nvSpPr>
          <p:cNvPr id="140" name="Текст 29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948859" y="6215977"/>
            <a:ext cx="10056187" cy="7951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	с широким активом</a:t>
            </a:r>
          </a:p>
        </p:txBody>
      </p:sp>
      <p:sp>
        <p:nvSpPr>
          <p:cNvPr id="142" name="Текст 1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/>
          <p:cNvSpPr/>
          <p:nvPr userDrawn="1"/>
        </p:nvSpPr>
        <p:spPr bwMode="auto">
          <a:xfrm>
            <a:off x="0" y="-2"/>
            <a:ext cx="19799300" cy="507722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8130786" y="-8129359"/>
            <a:ext cx="3525495" cy="1979221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6800"/>
              <a:gd name="connsiteX1" fmla="*/ 3846480 w 4668418"/>
              <a:gd name="connsiteY1" fmla="*/ 0 h 19786800"/>
              <a:gd name="connsiteX2" fmla="*/ 4668418 w 4668418"/>
              <a:gd name="connsiteY2" fmla="*/ 0 h 19786800"/>
              <a:gd name="connsiteX3" fmla="*/ 3092327 w 4668418"/>
              <a:gd name="connsiteY3" fmla="*/ 19307044 h 19786800"/>
              <a:gd name="connsiteX4" fmla="*/ 0 w 4668418"/>
              <a:gd name="connsiteY4" fmla="*/ 19786800 h 19786800"/>
              <a:gd name="connsiteX5" fmla="*/ 31361 w 4668418"/>
              <a:gd name="connsiteY5" fmla="*/ 1613624 h 19786800"/>
              <a:gd name="connsiteX6" fmla="*/ 1644985 w 4668418"/>
              <a:gd name="connsiteY6" fmla="*/ 0 h 19786800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4668418"/>
              <a:gd name="connsiteY0" fmla="*/ 0 h 19789644"/>
              <a:gd name="connsiteX1" fmla="*/ 257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3524177"/>
              <a:gd name="connsiteY0" fmla="*/ 25400 h 19815044"/>
              <a:gd name="connsiteX1" fmla="*/ 2576480 w 3524177"/>
              <a:gd name="connsiteY1" fmla="*/ 25400 h 19815044"/>
              <a:gd name="connsiteX2" fmla="*/ 2966618 w 3524177"/>
              <a:gd name="connsiteY2" fmla="*/ 0 h 19815044"/>
              <a:gd name="connsiteX3" fmla="*/ 3524127 w 3524177"/>
              <a:gd name="connsiteY3" fmla="*/ 19815044 h 19815044"/>
              <a:gd name="connsiteX4" fmla="*/ 0 w 3524177"/>
              <a:gd name="connsiteY4" fmla="*/ 19812200 h 19815044"/>
              <a:gd name="connsiteX5" fmla="*/ 31361 w 3524177"/>
              <a:gd name="connsiteY5" fmla="*/ 1639024 h 19815044"/>
              <a:gd name="connsiteX6" fmla="*/ 1644985 w 3524177"/>
              <a:gd name="connsiteY6" fmla="*/ 25400 h 19815044"/>
              <a:gd name="connsiteX0" fmla="*/ 1644985 w 3550818"/>
              <a:gd name="connsiteY0" fmla="*/ 0 h 19789644"/>
              <a:gd name="connsiteX1" fmla="*/ 2576480 w 3550818"/>
              <a:gd name="connsiteY1" fmla="*/ 0 h 19789644"/>
              <a:gd name="connsiteX2" fmla="*/ 3550818 w 3550818"/>
              <a:gd name="connsiteY2" fmla="*/ 76200 h 19789644"/>
              <a:gd name="connsiteX3" fmla="*/ 3524127 w 3550818"/>
              <a:gd name="connsiteY3" fmla="*/ 19789644 h 19789644"/>
              <a:gd name="connsiteX4" fmla="*/ 0 w 3550818"/>
              <a:gd name="connsiteY4" fmla="*/ 19786800 h 19789644"/>
              <a:gd name="connsiteX5" fmla="*/ 31361 w 3550818"/>
              <a:gd name="connsiteY5" fmla="*/ 1613624 h 19789644"/>
              <a:gd name="connsiteX6" fmla="*/ 1644985 w 3550818"/>
              <a:gd name="connsiteY6" fmla="*/ 0 h 19789644"/>
              <a:gd name="connsiteX0" fmla="*/ 1644985 w 3525318"/>
              <a:gd name="connsiteY0" fmla="*/ 0 h 19789644"/>
              <a:gd name="connsiteX1" fmla="*/ 2576480 w 3525318"/>
              <a:gd name="connsiteY1" fmla="*/ 0 h 19789644"/>
              <a:gd name="connsiteX2" fmla="*/ 3516094 w 3525318"/>
              <a:gd name="connsiteY2" fmla="*/ 6752 h 19789644"/>
              <a:gd name="connsiteX3" fmla="*/ 3524127 w 3525318"/>
              <a:gd name="connsiteY3" fmla="*/ 19789644 h 19789644"/>
              <a:gd name="connsiteX4" fmla="*/ 0 w 3525318"/>
              <a:gd name="connsiteY4" fmla="*/ 19786800 h 19789644"/>
              <a:gd name="connsiteX5" fmla="*/ 31361 w 3525318"/>
              <a:gd name="connsiteY5" fmla="*/ 1613624 h 19789644"/>
              <a:gd name="connsiteX6" fmla="*/ 1644985 w 3525318"/>
              <a:gd name="connsiteY6" fmla="*/ 0 h 19789644"/>
              <a:gd name="connsiteX0" fmla="*/ 1644985 w 3524216"/>
              <a:gd name="connsiteY0" fmla="*/ 0 h 19789644"/>
              <a:gd name="connsiteX1" fmla="*/ 2576480 w 3524216"/>
              <a:gd name="connsiteY1" fmla="*/ 0 h 19789644"/>
              <a:gd name="connsiteX2" fmla="*/ 3215152 w 3524216"/>
              <a:gd name="connsiteY2" fmla="*/ 29901 h 19789644"/>
              <a:gd name="connsiteX3" fmla="*/ 3524127 w 3524216"/>
              <a:gd name="connsiteY3" fmla="*/ 19789644 h 19789644"/>
              <a:gd name="connsiteX4" fmla="*/ 0 w 3524216"/>
              <a:gd name="connsiteY4" fmla="*/ 19786800 h 19789644"/>
              <a:gd name="connsiteX5" fmla="*/ 31361 w 3524216"/>
              <a:gd name="connsiteY5" fmla="*/ 1613624 h 19789644"/>
              <a:gd name="connsiteX6" fmla="*/ 1644985 w 3524216"/>
              <a:gd name="connsiteY6" fmla="*/ 0 h 19789644"/>
              <a:gd name="connsiteX0" fmla="*/ 1644985 w 3527668"/>
              <a:gd name="connsiteY0" fmla="*/ 27972 h 19817616"/>
              <a:gd name="connsiteX1" fmla="*/ 2576480 w 3527668"/>
              <a:gd name="connsiteY1" fmla="*/ 27972 h 19817616"/>
              <a:gd name="connsiteX2" fmla="*/ 3527668 w 3527668"/>
              <a:gd name="connsiteY2" fmla="*/ 0 h 19817616"/>
              <a:gd name="connsiteX3" fmla="*/ 3524127 w 3527668"/>
              <a:gd name="connsiteY3" fmla="*/ 19817616 h 19817616"/>
              <a:gd name="connsiteX4" fmla="*/ 0 w 3527668"/>
              <a:gd name="connsiteY4" fmla="*/ 19814772 h 19817616"/>
              <a:gd name="connsiteX5" fmla="*/ 31361 w 3527668"/>
              <a:gd name="connsiteY5" fmla="*/ 1641596 h 19817616"/>
              <a:gd name="connsiteX6" fmla="*/ 1644985 w 3527668"/>
              <a:gd name="connsiteY6" fmla="*/ 27972 h 19817616"/>
              <a:gd name="connsiteX0" fmla="*/ 1644985 w 3524311"/>
              <a:gd name="connsiteY0" fmla="*/ 0 h 19789644"/>
              <a:gd name="connsiteX1" fmla="*/ 2576480 w 3524311"/>
              <a:gd name="connsiteY1" fmla="*/ 0 h 19789644"/>
              <a:gd name="connsiteX2" fmla="*/ 3383735 w 3524311"/>
              <a:gd name="connsiteY2" fmla="*/ 124428 h 19789644"/>
              <a:gd name="connsiteX3" fmla="*/ 3524127 w 3524311"/>
              <a:gd name="connsiteY3" fmla="*/ 19789644 h 19789644"/>
              <a:gd name="connsiteX4" fmla="*/ 0 w 3524311"/>
              <a:gd name="connsiteY4" fmla="*/ 19786800 h 19789644"/>
              <a:gd name="connsiteX5" fmla="*/ 31361 w 3524311"/>
              <a:gd name="connsiteY5" fmla="*/ 1613624 h 19789644"/>
              <a:gd name="connsiteX6" fmla="*/ 1644985 w 3524311"/>
              <a:gd name="connsiteY6" fmla="*/ 0 h 19789644"/>
              <a:gd name="connsiteX0" fmla="*/ 1644985 w 3525495"/>
              <a:gd name="connsiteY0" fmla="*/ 2572 h 19792216"/>
              <a:gd name="connsiteX1" fmla="*/ 2576480 w 3525495"/>
              <a:gd name="connsiteY1" fmla="*/ 2572 h 19792216"/>
              <a:gd name="connsiteX2" fmla="*/ 3519201 w 3525495"/>
              <a:gd name="connsiteY2" fmla="*/ 0 h 19792216"/>
              <a:gd name="connsiteX3" fmla="*/ 3524127 w 3525495"/>
              <a:gd name="connsiteY3" fmla="*/ 19792216 h 19792216"/>
              <a:gd name="connsiteX4" fmla="*/ 0 w 3525495"/>
              <a:gd name="connsiteY4" fmla="*/ 19789372 h 19792216"/>
              <a:gd name="connsiteX5" fmla="*/ 31361 w 3525495"/>
              <a:gd name="connsiteY5" fmla="*/ 1616196 h 19792216"/>
              <a:gd name="connsiteX6" fmla="*/ 1644985 w 3525495"/>
              <a:gd name="connsiteY6" fmla="*/ 2572 h 19792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25495" h="19792216" extrusionOk="0">
                <a:moveTo>
                  <a:pt x="1644985" y="2572"/>
                </a:moveTo>
                <a:lnTo>
                  <a:pt x="2576480" y="2572"/>
                </a:lnTo>
                <a:lnTo>
                  <a:pt x="3519201" y="0"/>
                </a:lnTo>
                <a:cubicBezTo>
                  <a:pt x="3512980" y="3707601"/>
                  <a:pt x="3530348" y="16084615"/>
                  <a:pt x="3524127" y="19792216"/>
                </a:cubicBezTo>
                <a:lnTo>
                  <a:pt x="0" y="19789372"/>
                </a:lnTo>
                <a:cubicBezTo>
                  <a:pt x="12441" y="13696053"/>
                  <a:pt x="18920" y="7709515"/>
                  <a:pt x="31361" y="1616196"/>
                </a:cubicBezTo>
                <a:cubicBezTo>
                  <a:pt x="31361" y="725016"/>
                  <a:pt x="753805" y="2572"/>
                  <a:pt x="1644985" y="2572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3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7564506" y="-7560429"/>
            <a:ext cx="4679051" cy="1980806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4656495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55618 w 4679051"/>
              <a:gd name="connsiteY0" fmla="*/ 0 h 19808065"/>
              <a:gd name="connsiteX1" fmla="*/ 3857113 w 4679051"/>
              <a:gd name="connsiteY1" fmla="*/ 0 h 19808065"/>
              <a:gd name="connsiteX2" fmla="*/ 4679051 w 4679051"/>
              <a:gd name="connsiteY2" fmla="*/ 0 h 19808065"/>
              <a:gd name="connsiteX3" fmla="*/ 4667128 w 4679051"/>
              <a:gd name="connsiteY3" fmla="*/ 19789644 h 19808065"/>
              <a:gd name="connsiteX4" fmla="*/ 0 w 4679051"/>
              <a:gd name="connsiteY4" fmla="*/ 19808065 h 19808065"/>
              <a:gd name="connsiteX5" fmla="*/ 41994 w 4679051"/>
              <a:gd name="connsiteY5" fmla="*/ 1613624 h 19808065"/>
              <a:gd name="connsiteX6" fmla="*/ 1655618 w 4679051"/>
              <a:gd name="connsiteY6" fmla="*/ 0 h 19808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79051" h="19808065" extrusionOk="0">
                <a:moveTo>
                  <a:pt x="1655618" y="0"/>
                </a:moveTo>
                <a:lnTo>
                  <a:pt x="3857113" y="0"/>
                </a:lnTo>
                <a:lnTo>
                  <a:pt x="4679051" y="0"/>
                </a:lnTo>
                <a:cubicBezTo>
                  <a:pt x="4672830" y="3707601"/>
                  <a:pt x="4673349" y="16082043"/>
                  <a:pt x="4667128" y="19789644"/>
                </a:cubicBezTo>
                <a:lnTo>
                  <a:pt x="0" y="19808065"/>
                </a:lnTo>
                <a:cubicBezTo>
                  <a:pt x="12441" y="13714746"/>
                  <a:pt x="29553" y="7706943"/>
                  <a:pt x="41994" y="1613624"/>
                </a:cubicBezTo>
                <a:cubicBezTo>
                  <a:pt x="41994" y="722444"/>
                  <a:pt x="764438" y="0"/>
                  <a:pt x="1655618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3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" name="Рисунок 4"/>
          <p:cNvSpPr>
            <a:spLocks noGrp="1"/>
          </p:cNvSpPr>
          <p:nvPr>
            <p:ph type="pic" sz="quarter" idx="22"/>
          </p:nvPr>
        </p:nvSpPr>
        <p:spPr bwMode="auto">
          <a:xfrm>
            <a:off x="2158206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6" name="Рисунок 4"/>
          <p:cNvSpPr>
            <a:spLocks noGrp="1"/>
          </p:cNvSpPr>
          <p:nvPr>
            <p:ph type="pic" sz="quarter" idx="28"/>
          </p:nvPr>
        </p:nvSpPr>
        <p:spPr bwMode="auto">
          <a:xfrm>
            <a:off x="7840910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7" name="Рисунок 4"/>
          <p:cNvSpPr>
            <a:spLocks noGrp="1"/>
          </p:cNvSpPr>
          <p:nvPr>
            <p:ph type="pic" sz="quarter" idx="29"/>
          </p:nvPr>
        </p:nvSpPr>
        <p:spPr bwMode="auto">
          <a:xfrm>
            <a:off x="13670774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7009946" y="-7023472"/>
            <a:ext cx="5786685" cy="1980658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5786018"/>
              <a:gd name="connsiteY0" fmla="*/ 0 h 19789643"/>
              <a:gd name="connsiteX1" fmla="*/ 3846480 w 5786018"/>
              <a:gd name="connsiteY1" fmla="*/ 0 h 19789643"/>
              <a:gd name="connsiteX2" fmla="*/ 5786018 w 5786018"/>
              <a:gd name="connsiteY2" fmla="*/ 16933 h 19789643"/>
              <a:gd name="connsiteX3" fmla="*/ 4667127 w 5786018"/>
              <a:gd name="connsiteY3" fmla="*/ 19789643 h 19789643"/>
              <a:gd name="connsiteX4" fmla="*/ 0 w 5786018"/>
              <a:gd name="connsiteY4" fmla="*/ 19786800 h 19789643"/>
              <a:gd name="connsiteX5" fmla="*/ 31361 w 5786018"/>
              <a:gd name="connsiteY5" fmla="*/ 1613624 h 19789643"/>
              <a:gd name="connsiteX6" fmla="*/ 1644985 w 5786018"/>
              <a:gd name="connsiteY6" fmla="*/ 0 h 19789643"/>
              <a:gd name="connsiteX0" fmla="*/ 1644985 w 5786685"/>
              <a:gd name="connsiteY0" fmla="*/ 0 h 19806580"/>
              <a:gd name="connsiteX1" fmla="*/ 3846480 w 5786685"/>
              <a:gd name="connsiteY1" fmla="*/ 0 h 19806580"/>
              <a:gd name="connsiteX2" fmla="*/ 5786018 w 5786685"/>
              <a:gd name="connsiteY2" fmla="*/ 16933 h 19806580"/>
              <a:gd name="connsiteX3" fmla="*/ 5784727 w 5786685"/>
              <a:gd name="connsiteY3" fmla="*/ 19806580 h 19806580"/>
              <a:gd name="connsiteX4" fmla="*/ 0 w 5786685"/>
              <a:gd name="connsiteY4" fmla="*/ 19786800 h 19806580"/>
              <a:gd name="connsiteX5" fmla="*/ 31361 w 5786685"/>
              <a:gd name="connsiteY5" fmla="*/ 1613624 h 19806580"/>
              <a:gd name="connsiteX6" fmla="*/ 1644985 w 5786685"/>
              <a:gd name="connsiteY6" fmla="*/ 0 h 198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86685" h="19806580" extrusionOk="0">
                <a:moveTo>
                  <a:pt x="1644985" y="0"/>
                </a:moveTo>
                <a:lnTo>
                  <a:pt x="3846480" y="0"/>
                </a:lnTo>
                <a:lnTo>
                  <a:pt x="5786018" y="16933"/>
                </a:lnTo>
                <a:cubicBezTo>
                  <a:pt x="5779797" y="3724534"/>
                  <a:pt x="5790948" y="16098979"/>
                  <a:pt x="5784727" y="19806580"/>
                </a:cubicBezTo>
                <a:lnTo>
                  <a:pt x="0" y="19786800"/>
                </a:lnTo>
                <a:cubicBezTo>
                  <a:pt x="12441" y="13693481"/>
                  <a:pt x="18920" y="7706943"/>
                  <a:pt x="31361" y="1613624"/>
                </a:cubicBezTo>
                <a:cubicBezTo>
                  <a:pt x="31361" y="722444"/>
                  <a:pt x="753805" y="0"/>
                  <a:pt x="1644985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" name="Текст 12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409" name="Уровень текста 1…"/>
          <p:cNvSpPr txBox="1">
            <a:spLocks noGrp="1"/>
          </p:cNvSpPr>
          <p:nvPr>
            <p:ph type="body" sz="half" idx="1" hasCustomPrompt="1"/>
          </p:nvPr>
        </p:nvSpPr>
        <p:spPr bwMode="auto">
          <a:xfrm>
            <a:off x="8125158" y="3658024"/>
            <a:ext cx="9909503" cy="4724149"/>
          </a:xfrm>
          <a:prstGeom prst="rect">
            <a:avLst/>
          </a:prstGeom>
        </p:spPr>
        <p:txBody>
          <a:bodyPr>
            <a:noAutofit/>
          </a:bodyPr>
          <a:lstStyle>
            <a:lvl1pPr marL="0" marR="185196" indent="12513" defTabSz="449939">
              <a:lnSpc>
                <a:spcPct val="119300"/>
              </a:lnSpc>
              <a:spcBef>
                <a:spcPts val="2066"/>
              </a:spcBef>
              <a:buSzTx/>
              <a:buFontTx/>
              <a:buNone/>
              <a:defRPr sz="2750" spc="11">
                <a:solidFill>
                  <a:srgbClr val="282828"/>
                </a:solidFill>
              </a:defRPr>
            </a:lvl1pPr>
            <a:lvl2pPr marL="74280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2pPr>
            <a:lvl3pPr marL="148561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3pPr>
            <a:lvl4pPr marL="2228416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4pPr>
            <a:lvl5pPr marL="2971220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5pPr>
          </a:lstStyle>
          <a:p>
            <a:pPr>
              <a:defRPr/>
            </a:pPr>
            <a:r>
              <a:t>Разнообразный и богатый опыт рамки и место обучения кадров позволяет  выполнять важные задания по разработке позиций, занимаемых участниками  в отношении поставленных задач. Таким образом дальнейшее развитие  различных форм деятельности требуют от нас анализа системы обучения  кадров, соответствует насущным потребностям. С другой стороны  консультация с широким активом позволяет оценить значение систем  массового участия. С другой стороны рамки и место обучения кадров требуют  от нас анализа систем массового участия. Таким образом постоянное  информационно-пропагандистское обеспечение нашей деятельности играет  важную роль в формировании позиций, занимаемых участниками в отношении поставленных задач</a:t>
            </a:r>
          </a:p>
        </p:txBody>
      </p:sp>
      <p:sp>
        <p:nvSpPr>
          <p:cNvPr id="411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124714" y="2068262"/>
            <a:ext cx="9910589" cy="12541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С другой стороны рамки и место обучения кадров  требуют от нас анализа систем массового участия.</a:t>
            </a:r>
          </a:p>
        </p:txBody>
      </p:sp>
      <p:sp>
        <p:nvSpPr>
          <p:cNvPr id="412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0448" y="720221"/>
            <a:ext cx="5649334" cy="1985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 bwMode="auto">
          <a:xfrm flipV="1">
            <a:off x="0" y="3859825"/>
            <a:ext cx="19786802" cy="7300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fld id="{86CB4B4D-7CA3-9044-876B-883B54F8677D}" type="slidenum">
              <a:rPr lang="ru-RU"/>
              <a:t>‹#›</a:t>
            </a:fld>
            <a:endParaRPr lang="ru-RU"/>
          </a:p>
        </p:txBody>
      </p:sp>
      <p:sp>
        <p:nvSpPr>
          <p:cNvPr id="4" name="object 2"/>
          <p:cNvSpPr/>
          <p:nvPr userDrawn="1"/>
        </p:nvSpPr>
        <p:spPr bwMode="auto">
          <a:xfrm flipV="1">
            <a:off x="0" y="5117352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/>
          <p:nvPr userDrawn="1"/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 marL="0" marR="0" indent="0" algn="r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450029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90006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135008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180012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225014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270017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315020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360023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 bwMode="auto">
          <a:xfrm flipV="1">
            <a:off x="0" y="0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0800000" flipH="1">
            <a:off x="7001806" y="-2277"/>
            <a:ext cx="5795688" cy="714590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46883"/>
              <a:gd name="connsiteY0" fmla="*/ 21265 h 11181391"/>
              <a:gd name="connsiteX1" fmla="*/ 4538133 w 6646883"/>
              <a:gd name="connsiteY1" fmla="*/ 21265 h 11181391"/>
              <a:gd name="connsiteX2" fmla="*/ 5793642 w 6646883"/>
              <a:gd name="connsiteY2" fmla="*/ 0 h 11181391"/>
              <a:gd name="connsiteX3" fmla="*/ 6646850 w 6646883"/>
              <a:gd name="connsiteY3" fmla="*/ 11144069 h 11181391"/>
              <a:gd name="connsiteX4" fmla="*/ 0 w 6646883"/>
              <a:gd name="connsiteY4" fmla="*/ 11181391 h 11181391"/>
              <a:gd name="connsiteX5" fmla="*/ 0 w 6646883"/>
              <a:gd name="connsiteY5" fmla="*/ 1634889 h 11181391"/>
              <a:gd name="connsiteX6" fmla="*/ 1613624 w 6646883"/>
              <a:gd name="connsiteY6" fmla="*/ 21265 h 11181391"/>
              <a:gd name="connsiteX0" fmla="*/ 1613624 w 5793642"/>
              <a:gd name="connsiteY0" fmla="*/ 21265 h 11181391"/>
              <a:gd name="connsiteX1" fmla="*/ 4538133 w 5793642"/>
              <a:gd name="connsiteY1" fmla="*/ 21265 h 11181391"/>
              <a:gd name="connsiteX2" fmla="*/ 5793642 w 5793642"/>
              <a:gd name="connsiteY2" fmla="*/ 0 h 11181391"/>
              <a:gd name="connsiteX3" fmla="*/ 5753716 w 5793642"/>
              <a:gd name="connsiteY3" fmla="*/ 11144069 h 11181391"/>
              <a:gd name="connsiteX4" fmla="*/ 0 w 5793642"/>
              <a:gd name="connsiteY4" fmla="*/ 11181391 h 11181391"/>
              <a:gd name="connsiteX5" fmla="*/ 0 w 5793642"/>
              <a:gd name="connsiteY5" fmla="*/ 1634889 h 11181391"/>
              <a:gd name="connsiteX6" fmla="*/ 1613624 w 5793642"/>
              <a:gd name="connsiteY6" fmla="*/ 21265 h 11181391"/>
              <a:gd name="connsiteX0" fmla="*/ 1613624 w 5793642"/>
              <a:gd name="connsiteY0" fmla="*/ 21265 h 11144069"/>
              <a:gd name="connsiteX1" fmla="*/ 4538133 w 5793642"/>
              <a:gd name="connsiteY1" fmla="*/ 21265 h 11144069"/>
              <a:gd name="connsiteX2" fmla="*/ 5793642 w 5793642"/>
              <a:gd name="connsiteY2" fmla="*/ 0 h 11144069"/>
              <a:gd name="connsiteX3" fmla="*/ 5753716 w 5793642"/>
              <a:gd name="connsiteY3" fmla="*/ 11144069 h 11144069"/>
              <a:gd name="connsiteX4" fmla="*/ 21265 w 5793642"/>
              <a:gd name="connsiteY4" fmla="*/ 8204275 h 11144069"/>
              <a:gd name="connsiteX5" fmla="*/ 0 w 5793642"/>
              <a:gd name="connsiteY5" fmla="*/ 1634889 h 11144069"/>
              <a:gd name="connsiteX6" fmla="*/ 1613624 w 5793642"/>
              <a:gd name="connsiteY6" fmla="*/ 21265 h 11144069"/>
              <a:gd name="connsiteX0" fmla="*/ 1615670 w 5795688"/>
              <a:gd name="connsiteY0" fmla="*/ 21265 h 11144069"/>
              <a:gd name="connsiteX1" fmla="*/ 4540179 w 5795688"/>
              <a:gd name="connsiteY1" fmla="*/ 21265 h 11144069"/>
              <a:gd name="connsiteX2" fmla="*/ 5795688 w 5795688"/>
              <a:gd name="connsiteY2" fmla="*/ 0 h 11144069"/>
              <a:gd name="connsiteX3" fmla="*/ 5755762 w 5795688"/>
              <a:gd name="connsiteY3" fmla="*/ 11144069 h 11144069"/>
              <a:gd name="connsiteX4" fmla="*/ 2046 w 5795688"/>
              <a:gd name="connsiteY4" fmla="*/ 7055959 h 11144069"/>
              <a:gd name="connsiteX5" fmla="*/ 2046 w 5795688"/>
              <a:gd name="connsiteY5" fmla="*/ 1634889 h 11144069"/>
              <a:gd name="connsiteX6" fmla="*/ 1615670 w 5795688"/>
              <a:gd name="connsiteY6" fmla="*/ 21265 h 11144069"/>
              <a:gd name="connsiteX0" fmla="*/ 1615670 w 5795688"/>
              <a:gd name="connsiteY0" fmla="*/ 21265 h 7103697"/>
              <a:gd name="connsiteX1" fmla="*/ 4540179 w 5795688"/>
              <a:gd name="connsiteY1" fmla="*/ 21265 h 7103697"/>
              <a:gd name="connsiteX2" fmla="*/ 5795688 w 5795688"/>
              <a:gd name="connsiteY2" fmla="*/ 0 h 7103697"/>
              <a:gd name="connsiteX3" fmla="*/ 5755762 w 5795688"/>
              <a:gd name="connsiteY3" fmla="*/ 7103697 h 7103697"/>
              <a:gd name="connsiteX4" fmla="*/ 2046 w 5795688"/>
              <a:gd name="connsiteY4" fmla="*/ 7055959 h 7103697"/>
              <a:gd name="connsiteX5" fmla="*/ 2046 w 5795688"/>
              <a:gd name="connsiteY5" fmla="*/ 1634889 h 7103697"/>
              <a:gd name="connsiteX6" fmla="*/ 1615670 w 5795688"/>
              <a:gd name="connsiteY6" fmla="*/ 21265 h 7103697"/>
              <a:gd name="connsiteX0" fmla="*/ 1615670 w 5795688"/>
              <a:gd name="connsiteY0" fmla="*/ 21265 h 7141172"/>
              <a:gd name="connsiteX1" fmla="*/ 4540179 w 5795688"/>
              <a:gd name="connsiteY1" fmla="*/ 21265 h 7141172"/>
              <a:gd name="connsiteX2" fmla="*/ 5795688 w 5795688"/>
              <a:gd name="connsiteY2" fmla="*/ 0 h 7141172"/>
              <a:gd name="connsiteX3" fmla="*/ 5748267 w 5795688"/>
              <a:gd name="connsiteY3" fmla="*/ 7141172 h 7141172"/>
              <a:gd name="connsiteX4" fmla="*/ 2046 w 5795688"/>
              <a:gd name="connsiteY4" fmla="*/ 7055959 h 7141172"/>
              <a:gd name="connsiteX5" fmla="*/ 2046 w 5795688"/>
              <a:gd name="connsiteY5" fmla="*/ 1634889 h 7141172"/>
              <a:gd name="connsiteX6" fmla="*/ 1615670 w 5795688"/>
              <a:gd name="connsiteY6" fmla="*/ 21265 h 7141172"/>
              <a:gd name="connsiteX0" fmla="*/ 1615670 w 5795688"/>
              <a:gd name="connsiteY0" fmla="*/ 21265 h 7145900"/>
              <a:gd name="connsiteX1" fmla="*/ 4540179 w 5795688"/>
              <a:gd name="connsiteY1" fmla="*/ 21265 h 7145900"/>
              <a:gd name="connsiteX2" fmla="*/ 5795688 w 5795688"/>
              <a:gd name="connsiteY2" fmla="*/ 0 h 7145900"/>
              <a:gd name="connsiteX3" fmla="*/ 5748267 w 5795688"/>
              <a:gd name="connsiteY3" fmla="*/ 7141172 h 7145900"/>
              <a:gd name="connsiteX4" fmla="*/ 2046 w 5795688"/>
              <a:gd name="connsiteY4" fmla="*/ 7145900 h 7145900"/>
              <a:gd name="connsiteX5" fmla="*/ 2046 w 5795688"/>
              <a:gd name="connsiteY5" fmla="*/ 1634889 h 7145900"/>
              <a:gd name="connsiteX6" fmla="*/ 1615670 w 5795688"/>
              <a:gd name="connsiteY6" fmla="*/ 21265 h 714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95688" h="7145900" extrusionOk="0">
                <a:moveTo>
                  <a:pt x="1615670" y="21265"/>
                </a:moveTo>
                <a:lnTo>
                  <a:pt x="4540179" y="21265"/>
                </a:lnTo>
                <a:cubicBezTo>
                  <a:pt x="5249305" y="21265"/>
                  <a:pt x="5086562" y="0"/>
                  <a:pt x="5795688" y="0"/>
                </a:cubicBezTo>
                <a:cubicBezTo>
                  <a:pt x="5789467" y="3707601"/>
                  <a:pt x="5754488" y="3433571"/>
                  <a:pt x="5748267" y="7141172"/>
                </a:cubicBezTo>
                <a:lnTo>
                  <a:pt x="2046" y="7145900"/>
                </a:lnTo>
                <a:cubicBezTo>
                  <a:pt x="-5042" y="4956105"/>
                  <a:pt x="9134" y="3824684"/>
                  <a:pt x="2046" y="1634889"/>
                </a:cubicBezTo>
                <a:cubicBezTo>
                  <a:pt x="2046" y="743709"/>
                  <a:pt x="724490" y="21265"/>
                  <a:pt x="1615670" y="21265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1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3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5436213" y="450202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5300"/>
            </a:lvl1pPr>
            <a:lvl2pPr marL="1257056" indent="-514249">
              <a:buFontTx/>
              <a:defRPr sz="5300"/>
            </a:lvl2pPr>
            <a:lvl3pPr marL="2093359" indent="-607751">
              <a:buFontTx/>
              <a:defRPr sz="5300"/>
            </a:lvl3pPr>
            <a:lvl4pPr marL="2919991" indent="-691577">
              <a:buFontTx/>
              <a:defRPr sz="5300"/>
            </a:lvl4pPr>
            <a:lvl5pPr marL="3662797" indent="-691577">
              <a:buFontTx/>
              <a:defRPr sz="5300"/>
            </a:lvl5pPr>
          </a:lstStyle>
          <a:p>
            <a:pPr>
              <a:defRPr/>
            </a:pPr>
            <a:r>
              <a:t>01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76" name="Текст 28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882048" y="6832788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02</a:t>
            </a:r>
          </a:p>
        </p:txBody>
      </p:sp>
      <p:sp>
        <p:nvSpPr>
          <p:cNvPr id="477" name="Текст 28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0392339" y="450202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03</a:t>
            </a:r>
          </a:p>
        </p:txBody>
      </p:sp>
      <p:sp>
        <p:nvSpPr>
          <p:cNvPr id="478" name="Текст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2916983" y="687890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04</a:t>
            </a:r>
          </a:p>
        </p:txBody>
      </p:sp>
      <p:sp>
        <p:nvSpPr>
          <p:cNvPr id="479" name="Текст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745637" y="3454938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</a:t>
            </a:r>
          </a:p>
        </p:txBody>
      </p:sp>
      <p:sp>
        <p:nvSpPr>
          <p:cNvPr id="480" name="Текст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745637" y="4173515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481" name="Текст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305434" y="6758364"/>
            <a:ext cx="4038572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специалиста</a:t>
            </a:r>
          </a:p>
        </p:txBody>
      </p:sp>
      <p:sp>
        <p:nvSpPr>
          <p:cNvPr id="482" name="Текст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305434" y="7476940"/>
            <a:ext cx="4038572" cy="1555757"/>
          </a:xfrm>
          <a:prstGeom prst="rect">
            <a:avLst/>
          </a:prstGeom>
        </p:spPr>
        <p:txBody>
          <a:bodyPr>
            <a:noAutofit/>
          </a:bodyPr>
          <a:lstStyle>
            <a:lvl1pPr marL="0" marR="386035" indent="12513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 выполнять важные задания по разработке</a:t>
            </a:r>
          </a:p>
        </p:txBody>
      </p:sp>
      <p:sp>
        <p:nvSpPr>
          <p:cNvPr id="483" name="Текст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2532084" y="3184194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</a:t>
            </a:r>
          </a:p>
        </p:txBody>
      </p:sp>
      <p:sp>
        <p:nvSpPr>
          <p:cNvPr id="484" name="Текст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2532084" y="3902771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485" name="Текст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806787" y="6764565"/>
            <a:ext cx="3587374" cy="907347"/>
          </a:xfrm>
          <a:prstGeom prst="rect">
            <a:avLst/>
          </a:prstGeom>
        </p:spPr>
        <p:txBody>
          <a:bodyPr>
            <a:noAutofit/>
          </a:bodyPr>
          <a:lstStyle>
            <a:lvl1pPr marL="0" indent="12388" defTabSz="445439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двух специалистов</a:t>
            </a:r>
          </a:p>
        </p:txBody>
      </p:sp>
      <p:sp>
        <p:nvSpPr>
          <p:cNvPr id="486" name="Текст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4806787" y="7843431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" name="object 3"/>
          <p:cNvSpPr/>
          <p:nvPr/>
        </p:nvSpPr>
        <p:spPr bwMode="auto">
          <a:xfrm flipV="1">
            <a:off x="11329639" y="2135795"/>
            <a:ext cx="8480603" cy="903629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7" name="object 6"/>
          <p:cNvSpPr/>
          <p:nvPr/>
        </p:nvSpPr>
        <p:spPr bwMode="auto">
          <a:xfrm>
            <a:off x="12690940" y="9410295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8" name="object 8"/>
          <p:cNvSpPr/>
          <p:nvPr/>
        </p:nvSpPr>
        <p:spPr bwMode="auto">
          <a:xfrm>
            <a:off x="15080547" y="6792423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9" name="object 10"/>
          <p:cNvSpPr/>
          <p:nvPr/>
        </p:nvSpPr>
        <p:spPr bwMode="auto">
          <a:xfrm>
            <a:off x="17544446" y="4174543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6"/>
          </p:nvPr>
        </p:nvSpPr>
        <p:spPr bwMode="auto"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6"/>
          </p:nvPr>
        </p:nvSpPr>
        <p:spPr bwMode="auto"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9107562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17"/>
          </p:nvPr>
        </p:nvSpPr>
        <p:spPr bwMode="auto">
          <a:xfrm>
            <a:off x="9344445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7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39765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42704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22"/>
          </p:nvPr>
        </p:nvSpPr>
        <p:spPr bwMode="auto">
          <a:xfrm>
            <a:off x="4647668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8148870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23"/>
          </p:nvPr>
        </p:nvSpPr>
        <p:spPr bwMode="auto">
          <a:xfrm>
            <a:off x="8369496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11" name="Freeform 16"/>
          <p:cNvSpPr/>
          <p:nvPr userDrawn="1"/>
        </p:nvSpPr>
        <p:spPr bwMode="auto">
          <a:xfrm>
            <a:off x="1185963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2" name="Рисунок 8"/>
          <p:cNvSpPr>
            <a:spLocks noGrp="1"/>
          </p:cNvSpPr>
          <p:nvPr>
            <p:ph type="pic" sz="quarter" idx="24"/>
          </p:nvPr>
        </p:nvSpPr>
        <p:spPr bwMode="auto">
          <a:xfrm>
            <a:off x="1208025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13" name="Freeform 16"/>
          <p:cNvSpPr/>
          <p:nvPr userDrawn="1"/>
        </p:nvSpPr>
        <p:spPr bwMode="auto">
          <a:xfrm>
            <a:off x="1558828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4" name="Рисунок 8"/>
          <p:cNvSpPr>
            <a:spLocks noGrp="1"/>
          </p:cNvSpPr>
          <p:nvPr>
            <p:ph type="pic" sz="quarter" idx="25"/>
          </p:nvPr>
        </p:nvSpPr>
        <p:spPr bwMode="auto">
          <a:xfrm>
            <a:off x="1580890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" name="object 3"/>
          <p:cNvSpPr/>
          <p:nvPr/>
        </p:nvSpPr>
        <p:spPr bwMode="auto">
          <a:xfrm>
            <a:off x="0" y="-6613"/>
            <a:ext cx="19935819" cy="11166738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6351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 extrusionOk="0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5161697" y="4167873"/>
            <a:ext cx="11037111" cy="18099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</a:lvl1pPr>
            <a:lvl2pPr>
              <a:buFontTx/>
            </a:lvl2pPr>
            <a:lvl3pPr>
              <a:buFontTx/>
            </a:lvl3pPr>
            <a:lvl4pPr>
              <a:buFontTx/>
            </a:lvl4pPr>
            <a:lvl5pPr>
              <a:buFontTx/>
            </a:lvl5pPr>
          </a:lstStyle>
          <a:p>
            <a:pPr>
              <a:defRPr/>
            </a:pPr>
            <a:r>
              <a:t>Текст на отбивочном слайде вашей 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08365" y="355058"/>
            <a:ext cx="3913200" cy="15326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 bwMode="auto"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3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5pPr>
          </a:lstStyle>
          <a:p>
            <a:pPr>
              <a:defRPr/>
            </a:pPr>
            <a:r>
              <a:t>Заголовок слайда вашей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3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" name="object 2"/>
          <p:cNvSpPr/>
          <p:nvPr/>
        </p:nvSpPr>
        <p:spPr bwMode="auto">
          <a:xfrm>
            <a:off x="7555985" y="1"/>
            <a:ext cx="12253488" cy="11165978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5pPr>
          </a:lstStyle>
          <a:p>
            <a:pPr>
              <a:defRPr/>
            </a:pPr>
            <a:r>
              <a:t>Заголовок слайда вашей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1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295135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  <a:lvl2pPr marL="1076113" indent="-333310">
              <a:buFontTx/>
              <a:defRPr sz="3450"/>
            </a:lvl2pPr>
            <a:lvl3pPr marL="1879520" indent="-393913">
              <a:buFontTx/>
              <a:defRPr sz="3450"/>
            </a:lvl3pPr>
            <a:lvl4pPr marL="2676657" indent="-448243">
              <a:buFontTx/>
              <a:defRPr sz="3450"/>
            </a:lvl4pPr>
            <a:lvl5pPr marL="3419465" indent="-448245">
              <a:buFontTx/>
              <a:defRPr sz="3450"/>
            </a:lvl5pPr>
          </a:lstStyle>
          <a:p>
            <a:pPr>
              <a:defRPr/>
            </a:pPr>
            <a:r>
              <a:t>Развитие форм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671" name="Текст 27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95135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72" name="Текст 28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867617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2</a:t>
            </a:r>
          </a:p>
        </p:txBody>
      </p:sp>
      <p:sp>
        <p:nvSpPr>
          <p:cNvPr id="673" name="Текст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0589495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3</a:t>
            </a:r>
          </a:p>
        </p:txBody>
      </p:sp>
      <p:sp>
        <p:nvSpPr>
          <p:cNvPr id="674" name="Текст 2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5161374" y="3846954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4</a:t>
            </a:r>
          </a:p>
        </p:txBody>
      </p:sp>
      <p:sp>
        <p:nvSpPr>
          <p:cNvPr id="675" name="Текст 28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95128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/>
            </a:lvl1pPr>
          </a:lstStyle>
          <a:p>
            <a:pPr>
              <a:defRPr/>
            </a:pPr>
            <a:r>
              <a:t>1</a:t>
            </a:r>
          </a:p>
        </p:txBody>
      </p:sp>
      <p:sp>
        <p:nvSpPr>
          <p:cNvPr id="676" name="Текст 27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867619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Форм</a:t>
            </a:r>
          </a:p>
        </p:txBody>
      </p:sp>
      <p:sp>
        <p:nvSpPr>
          <p:cNvPr id="677" name="Текст 27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867619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78" name="Текст 27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627246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Развитие форм</a:t>
            </a:r>
          </a:p>
        </p:txBody>
      </p:sp>
      <p:sp>
        <p:nvSpPr>
          <p:cNvPr id="679" name="Текст 27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0627246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80" name="Текст 27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5161382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Развитие форм</a:t>
            </a:r>
          </a:p>
        </p:txBody>
      </p:sp>
      <p:sp>
        <p:nvSpPr>
          <p:cNvPr id="681" name="Текст 27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161382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83" name="Текст 12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424955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12513" algn="ctr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2814905" y="2748703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50">
                <a:solidFill>
                  <a:srgbClr val="282828"/>
                </a:solidFill>
              </a:defRPr>
            </a:lvl1pPr>
            <a:lvl2pPr marL="999931" indent="-257125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2pPr>
            <a:lvl3pPr marL="1789484" indent="-303875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3pPr>
            <a:lvl4pPr marL="2574202" indent="-345789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4pPr>
            <a:lvl5pPr marL="3317009" indent="-345789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5pPr>
          </a:lstStyle>
          <a:p>
            <a:pPr>
              <a:defRPr/>
            </a:pPr>
            <a:r>
              <a:t>Консультация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29" name="Текст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814905" y="3467280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30" name="Текст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2814905" y="7790442"/>
            <a:ext cx="3587374" cy="907347"/>
          </a:xfrm>
          <a:prstGeom prst="rect">
            <a:avLst/>
          </a:prstGeom>
        </p:spPr>
        <p:txBody>
          <a:bodyPr>
            <a:noAutofit/>
          </a:bodyPr>
          <a:lstStyle>
            <a:lvl1pPr marL="0" indent="12388" defTabSz="445439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двух специалистов</a:t>
            </a:r>
          </a:p>
        </p:txBody>
      </p:sp>
      <p:sp>
        <p:nvSpPr>
          <p:cNvPr id="731" name="Текст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2814905" y="8869305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32" name="Текст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691679" y="4695468"/>
            <a:ext cx="435870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</a:t>
            </a:r>
          </a:p>
        </p:txBody>
      </p:sp>
      <p:sp>
        <p:nvSpPr>
          <p:cNvPr id="733" name="Текст 4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91679" y="3531100"/>
            <a:ext cx="4358704" cy="957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ts val="3149"/>
              </a:lnSpc>
              <a:buSzTx/>
              <a:buFontTx/>
              <a:buNone/>
              <a:defRPr sz="2750"/>
            </a:lvl1pPr>
          </a:lstStyle>
          <a:p>
            <a:pPr>
              <a:defRPr/>
            </a:pPr>
            <a:r>
              <a:t>Консультация двух      специалистов</a:t>
            </a:r>
          </a:p>
        </p:txBody>
      </p:sp>
      <p:sp>
        <p:nvSpPr>
          <p:cNvPr id="734" name="Текст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442818" y="8972232"/>
            <a:ext cx="435870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</a:t>
            </a:r>
          </a:p>
        </p:txBody>
      </p:sp>
      <p:sp>
        <p:nvSpPr>
          <p:cNvPr id="735" name="Текст 4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442818" y="7807861"/>
            <a:ext cx="4358704" cy="957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ts val="3149"/>
              </a:lnSpc>
              <a:buSzTx/>
              <a:buFontTx/>
              <a:buNone/>
              <a:defRPr sz="2750"/>
            </a:lvl1pPr>
          </a:lstStyle>
          <a:p>
            <a:pPr>
              <a:defRPr/>
            </a:pPr>
            <a:r>
              <a:t>Консультация двух      специалистов</a:t>
            </a:r>
          </a:p>
        </p:txBody>
      </p:sp>
      <p:sp>
        <p:nvSpPr>
          <p:cNvPr id="736" name="Текст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523171" y="3556889"/>
            <a:ext cx="1156271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75%</a:t>
            </a:r>
          </a:p>
        </p:txBody>
      </p:sp>
      <p:sp>
        <p:nvSpPr>
          <p:cNvPr id="737" name="Текст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482498" y="4677947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38" name="Текст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740103" y="8234913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39" name="Текст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1362678" y="7899367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41" name="Текст 12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424955" y="625738"/>
            <a:ext cx="16949403" cy="111959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12513" algn="ctr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 bwMode="auto">
          <a:xfrm>
            <a:off x="791841" y="4020460"/>
            <a:ext cx="18215621" cy="1010603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 bwMode="auto">
          <a:xfrm>
            <a:off x="800853" y="5377808"/>
            <a:ext cx="13859510" cy="413480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10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Holder 2"/>
          <p:cNvSpPr txBox="1"/>
          <p:nvPr userDrawn="1"/>
        </p:nvSpPr>
        <p:spPr bwMode="auto">
          <a:xfrm>
            <a:off x="895734" y="661998"/>
            <a:ext cx="17106569" cy="1119597"/>
          </a:xfrm>
          <a:prstGeom prst="rect">
            <a:avLst/>
          </a:prstGeom>
        </p:spPr>
        <p:txBody>
          <a:bodyPr lIns="36000" tIns="36000" rIns="36000" bIns="36000"/>
          <a:lstStyle>
            <a:lvl1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>
                <a:solidFill>
                  <a:srgbClr val="1A1919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67938" y="3478927"/>
            <a:ext cx="8512200" cy="18950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/>
              <a:buNone/>
              <a:defRPr/>
            </a:lvl1pPr>
            <a:lvl2pPr marL="742806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2pPr>
            <a:lvl3pPr marL="1485609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3pPr>
            <a:lvl4pPr defTabSz="449939">
              <a:lnSpc>
                <a:spcPct val="100000"/>
              </a:lnSpc>
              <a:spcBef>
                <a:spcPts val="97"/>
              </a:spcBef>
              <a:buFontTx/>
            </a:lvl4pPr>
            <a:lvl5pPr defTabSz="449939">
              <a:lnSpc>
                <a:spcPct val="100000"/>
              </a:lnSpc>
              <a:spcBef>
                <a:spcPts val="97"/>
              </a:spcBef>
              <a:buFontTx/>
            </a:lvl5pPr>
          </a:lstStyle>
          <a:p>
            <a:pPr>
              <a:defRPr/>
            </a:pPr>
            <a:r>
              <a:t>Заголовок слайда  вашей презентации</a:t>
            </a:r>
          </a:p>
        </p:txBody>
      </p:sp>
      <p:sp>
        <p:nvSpPr>
          <p:cNvPr id="96" name="Рисунок 6"/>
          <p:cNvSpPr>
            <a:spLocks noGrp="1"/>
          </p:cNvSpPr>
          <p:nvPr>
            <p:ph type="pic" sz="half" idx="23"/>
          </p:nvPr>
        </p:nvSpPr>
        <p:spPr bwMode="auto">
          <a:xfrm>
            <a:off x="10012250" y="-13722"/>
            <a:ext cx="6978355" cy="9932044"/>
          </a:xfrm>
          <a:prstGeom prst="rect">
            <a:avLst/>
          </a:prstGeom>
        </p:spPr>
        <p:txBody>
          <a:bodyPr lIns="91439" rIns="91439"/>
          <a:lstStyle>
            <a:lvl1pPr marL="0" indent="0"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object 3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007423" y="10027798"/>
            <a:ext cx="3092077" cy="425863"/>
          </a:xfrm>
          <a:prstGeom prst="rect">
            <a:avLst/>
          </a:prstGeom>
        </p:spPr>
        <p:txBody>
          <a:bodyPr lIns="36000" tIns="36000" rIns="36000" bIns="36000" anchor="b">
            <a:noAutofit/>
          </a:bodyPr>
          <a:lstStyle>
            <a:lvl1pPr marL="0" marR="0" indent="0" algn="r" defTabSz="1485609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000" spc="0"/>
            </a:lvl1pPr>
          </a:lstStyle>
          <a:p>
            <a:pPr lvl="0">
              <a:defRPr/>
            </a:pPr>
            <a:r>
              <a:rPr lang="ru-RU"/>
              <a:t>01.01.2024</a:t>
            </a:r>
            <a:endParaRPr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2491" y="10031914"/>
            <a:ext cx="3065519" cy="421746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12498" marR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 sz="2000" spc="0"/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100" b="0" i="0" u="none" strike="noStrike" cap="none" spc="8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Автор</a:t>
            </a:r>
            <a:r>
              <a:rPr lang="ru-RU" sz="2100" b="0" i="0" u="none" strike="noStrike" cap="none" spc="155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2100" b="0" i="0" u="none" strike="noStrike" cap="none" spc="10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21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6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12491" y="6298654"/>
            <a:ext cx="11134605" cy="686421"/>
          </a:xfrm>
          <a:prstGeom prst="rect">
            <a:avLst/>
          </a:prstGeom>
        </p:spPr>
        <p:txBody>
          <a:bodyPr lIns="36000">
            <a:noAutofit/>
          </a:bodyPr>
          <a:lstStyle>
            <a:lvl1pPr marL="12498" marR="0" indent="0" algn="l" defTabSz="449939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Место</a:t>
            </a:r>
            <a:r>
              <a:rPr lang="ru-RU" sz="3300" b="0" i="0" u="none" strike="noStrike" cap="none" spc="112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38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для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дополнительного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текста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вашей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33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5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2491" y="4642973"/>
            <a:ext cx="16949403" cy="1119597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1" i="0">
                <a:latin typeface="Tinkoff Sans"/>
                <a:ea typeface="Tinkoff Sans"/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Заголовок</a:t>
            </a:r>
            <a:r>
              <a:rPr lang="ru-RU" sz="8750" b="0" i="0" u="none" strike="noStrike" cap="none" spc="-23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вашей</a:t>
            </a:r>
            <a:r>
              <a:rPr lang="ru-RU" sz="8750" b="0" i="0" u="none" strike="noStrike" cap="none" spc="-19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презентации</a:t>
            </a:r>
            <a:endParaRPr lang="ru-RU" sz="875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007423" y="10027798"/>
            <a:ext cx="3092077" cy="425863"/>
          </a:xfrm>
          <a:prstGeom prst="rect">
            <a:avLst/>
          </a:prstGeom>
        </p:spPr>
        <p:txBody>
          <a:bodyPr lIns="36000" tIns="36000" rIns="36000" bIns="36000" anchor="b">
            <a:noAutofit/>
          </a:bodyPr>
          <a:lstStyle>
            <a:lvl1pPr marL="0" marR="0" indent="0" algn="r" defTabSz="1485609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000" spc="0"/>
            </a:lvl1pPr>
          </a:lstStyle>
          <a:p>
            <a:pPr lvl="0">
              <a:defRPr/>
            </a:pPr>
            <a:r>
              <a:rPr lang="ru-RU"/>
              <a:t>01.01.2024</a:t>
            </a:r>
            <a:endParaRPr/>
          </a:p>
        </p:txBody>
      </p:sp>
      <p:sp>
        <p:nvSpPr>
          <p:cNvPr id="6" name="Текст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2491" y="10031914"/>
            <a:ext cx="3065519" cy="421746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12498" marR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 sz="2000" spc="0"/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100" b="0" i="0" u="none" strike="noStrike" cap="none" spc="8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Автор</a:t>
            </a:r>
            <a:r>
              <a:rPr lang="ru-RU" sz="2100" b="0" i="0" u="none" strike="noStrike" cap="none" spc="155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2100" b="0" i="0" u="none" strike="noStrike" cap="none" spc="10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21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7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12491" y="6298654"/>
            <a:ext cx="11134605" cy="686421"/>
          </a:xfrm>
          <a:prstGeom prst="rect">
            <a:avLst/>
          </a:prstGeom>
        </p:spPr>
        <p:txBody>
          <a:bodyPr lIns="36000">
            <a:noAutofit/>
          </a:bodyPr>
          <a:lstStyle>
            <a:lvl1pPr marL="12498" marR="0" indent="0" algn="l" defTabSz="449939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Место</a:t>
            </a:r>
            <a:r>
              <a:rPr lang="ru-RU" sz="3300" b="0" i="0" u="none" strike="noStrike" cap="none" spc="112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38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для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дополнительного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текста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вашей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33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8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2491" y="4642973"/>
            <a:ext cx="16949403" cy="1119597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1" i="0">
                <a:latin typeface="Tinkoff Sans"/>
                <a:ea typeface="Tinkoff Sans"/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Заголовок</a:t>
            </a:r>
            <a:r>
              <a:rPr lang="ru-RU" sz="8750" b="0" i="0" u="none" strike="noStrike" cap="none" spc="-23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вашей</a:t>
            </a:r>
            <a:r>
              <a:rPr lang="ru-RU" sz="8750" b="0" i="0" u="none" strike="noStrike" cap="none" spc="-19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презентации</a:t>
            </a:r>
            <a:endParaRPr lang="ru-RU" sz="875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/>
          <a:srcRect r="11256" b="18587"/>
          <a:stretch/>
        </p:blipFill>
        <p:spPr bwMode="auto">
          <a:xfrm>
            <a:off x="7634177" y="0"/>
            <a:ext cx="12165123" cy="11160125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6351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 extrusionOk="0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08465" y="347498"/>
            <a:ext cx="3888000" cy="1522801"/>
          </a:xfrm>
          <a:prstGeom prst="rect">
            <a:avLst/>
          </a:prstGeom>
        </p:spPr>
      </p:pic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icture Placeholder 12"/>
          <p:cNvSpPr>
            <a:spLocks noGrp="1"/>
          </p:cNvSpPr>
          <p:nvPr>
            <p:ph type="pic" sz="quarter" idx="11"/>
          </p:nvPr>
        </p:nvSpPr>
        <p:spPr bwMode="auto">
          <a:xfrm>
            <a:off x="5" y="-7289"/>
            <a:ext cx="7925031" cy="10448277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602995 w 4648201"/>
              <a:gd name="connsiteY4" fmla="*/ 5544307 h 5567081"/>
              <a:gd name="connsiteX5" fmla="*/ 0 w 4648201"/>
              <a:gd name="connsiteY5" fmla="*/ 0 h 5567081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53839 w 4099045"/>
              <a:gd name="connsiteY4" fmla="*/ 5555695 h 5578469"/>
              <a:gd name="connsiteX5" fmla="*/ 0 w 4099045"/>
              <a:gd name="connsiteY5" fmla="*/ 0 h 5578469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91526 w 4099045"/>
              <a:gd name="connsiteY4" fmla="*/ 5555695 h 5578469"/>
              <a:gd name="connsiteX5" fmla="*/ 0 w 4099045"/>
              <a:gd name="connsiteY5" fmla="*/ 0 h 5578469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86142 w 4099045"/>
              <a:gd name="connsiteY4" fmla="*/ 5561389 h 5578469"/>
              <a:gd name="connsiteX5" fmla="*/ 0 w 4099045"/>
              <a:gd name="connsiteY5" fmla="*/ 0 h 5578469"/>
              <a:gd name="connsiteX0" fmla="*/ 247659 w 4012903"/>
              <a:gd name="connsiteY0" fmla="*/ 0 h 5578469"/>
              <a:gd name="connsiteX1" fmla="*/ 4012903 w 4012903"/>
              <a:gd name="connsiteY1" fmla="*/ 11388 h 5578469"/>
              <a:gd name="connsiteX2" fmla="*/ 4012903 w 4012903"/>
              <a:gd name="connsiteY2" fmla="*/ 4562449 h 5578469"/>
              <a:gd name="connsiteX3" fmla="*/ 2996883 w 4012903"/>
              <a:gd name="connsiteY3" fmla="*/ 5578469 h 5578469"/>
              <a:gd name="connsiteX4" fmla="*/ 0 w 4012903"/>
              <a:gd name="connsiteY4" fmla="*/ 5561389 h 5578469"/>
              <a:gd name="connsiteX5" fmla="*/ 247659 w 4012903"/>
              <a:gd name="connsiteY5" fmla="*/ 0 h 5578469"/>
              <a:gd name="connsiteX0" fmla="*/ 1 w 4012903"/>
              <a:gd name="connsiteY0" fmla="*/ 0 h 5584163"/>
              <a:gd name="connsiteX1" fmla="*/ 4012903 w 4012903"/>
              <a:gd name="connsiteY1" fmla="*/ 17082 h 5584163"/>
              <a:gd name="connsiteX2" fmla="*/ 4012903 w 4012903"/>
              <a:gd name="connsiteY2" fmla="*/ 4568143 h 5584163"/>
              <a:gd name="connsiteX3" fmla="*/ 2996883 w 4012903"/>
              <a:gd name="connsiteY3" fmla="*/ 5584163 h 5584163"/>
              <a:gd name="connsiteX4" fmla="*/ 0 w 4012903"/>
              <a:gd name="connsiteY4" fmla="*/ 5567083 h 5584163"/>
              <a:gd name="connsiteX5" fmla="*/ 1 w 4012903"/>
              <a:gd name="connsiteY5" fmla="*/ 0 h 5584163"/>
              <a:gd name="connsiteX0" fmla="*/ 0 w 4018286"/>
              <a:gd name="connsiteY0" fmla="*/ 130951 h 5567081"/>
              <a:gd name="connsiteX1" fmla="*/ 4018286 w 4018286"/>
              <a:gd name="connsiteY1" fmla="*/ 0 h 5567081"/>
              <a:gd name="connsiteX2" fmla="*/ 4018286 w 4018286"/>
              <a:gd name="connsiteY2" fmla="*/ 4551061 h 5567081"/>
              <a:gd name="connsiteX3" fmla="*/ 3002266 w 4018286"/>
              <a:gd name="connsiteY3" fmla="*/ 5567081 h 5567081"/>
              <a:gd name="connsiteX4" fmla="*/ 5383 w 4018286"/>
              <a:gd name="connsiteY4" fmla="*/ 5550001 h 5567081"/>
              <a:gd name="connsiteX5" fmla="*/ 0 w 4018286"/>
              <a:gd name="connsiteY5" fmla="*/ 130951 h 5567081"/>
              <a:gd name="connsiteX0" fmla="*/ 5385 w 4012903"/>
              <a:gd name="connsiteY0" fmla="*/ 11387 h 5567081"/>
              <a:gd name="connsiteX1" fmla="*/ 4012903 w 4012903"/>
              <a:gd name="connsiteY1" fmla="*/ 0 h 5567081"/>
              <a:gd name="connsiteX2" fmla="*/ 4012903 w 4012903"/>
              <a:gd name="connsiteY2" fmla="*/ 4551061 h 5567081"/>
              <a:gd name="connsiteX3" fmla="*/ 2996883 w 4012903"/>
              <a:gd name="connsiteY3" fmla="*/ 5567081 h 5567081"/>
              <a:gd name="connsiteX4" fmla="*/ 0 w 4012903"/>
              <a:gd name="connsiteY4" fmla="*/ 5550001 h 5567081"/>
              <a:gd name="connsiteX5" fmla="*/ 5385 w 4012903"/>
              <a:gd name="connsiteY5" fmla="*/ 11387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2903" h="5567081" extrusionOk="0">
                <a:moveTo>
                  <a:pt x="5385" y="11387"/>
                </a:moveTo>
                <a:lnTo>
                  <a:pt x="4012903" y="0"/>
                </a:lnTo>
                <a:lnTo>
                  <a:pt x="4012903" y="4551061"/>
                </a:lnTo>
                <a:cubicBezTo>
                  <a:pt x="4012903" y="5112193"/>
                  <a:pt x="3558015" y="5567081"/>
                  <a:pt x="2996883" y="5567081"/>
                </a:cubicBezTo>
                <a:lnTo>
                  <a:pt x="0" y="5550001"/>
                </a:lnTo>
                <a:cubicBezTo>
                  <a:pt x="0" y="3694307"/>
                  <a:pt x="5385" y="1867081"/>
                  <a:pt x="5385" y="11387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lIns="36000" rIns="36000"/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Мультимедиа 4"/>
          <p:cNvSpPr>
            <a:spLocks noGrp="1"/>
          </p:cNvSpPr>
          <p:nvPr>
            <p:ph type="media" sz="quarter" idx="10"/>
          </p:nvPr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7628598" y="3056311"/>
            <a:ext cx="5358009" cy="5369084"/>
          </a:xfrm>
          <a:custGeom>
            <a:avLst/>
            <a:gdLst>
              <a:gd name="connsiteX0" fmla="*/ 1649675 w 3299350"/>
              <a:gd name="connsiteY0" fmla="*/ 0 h 3299352"/>
              <a:gd name="connsiteX1" fmla="*/ 3299350 w 3299350"/>
              <a:gd name="connsiteY1" fmla="*/ 1649676 h 3299352"/>
              <a:gd name="connsiteX2" fmla="*/ 1649675 w 3299350"/>
              <a:gd name="connsiteY2" fmla="*/ 3299352 h 3299352"/>
              <a:gd name="connsiteX3" fmla="*/ 0 w 3299350"/>
              <a:gd name="connsiteY3" fmla="*/ 1649676 h 3299352"/>
              <a:gd name="connsiteX4" fmla="*/ 1649675 w 3299350"/>
              <a:gd name="connsiteY4" fmla="*/ 0 h 329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9350" h="3299352" extrusionOk="0">
                <a:moveTo>
                  <a:pt x="1649675" y="0"/>
                </a:moveTo>
                <a:cubicBezTo>
                  <a:pt x="2560765" y="0"/>
                  <a:pt x="3299350" y="738585"/>
                  <a:pt x="3299350" y="1649676"/>
                </a:cubicBezTo>
                <a:cubicBezTo>
                  <a:pt x="3299350" y="2560767"/>
                  <a:pt x="2560765" y="3299352"/>
                  <a:pt x="1649675" y="3299352"/>
                </a:cubicBezTo>
                <a:cubicBezTo>
                  <a:pt x="738585" y="3299352"/>
                  <a:pt x="0" y="2560767"/>
                  <a:pt x="0" y="1649676"/>
                </a:cubicBezTo>
                <a:cubicBezTo>
                  <a:pt x="0" y="738585"/>
                  <a:pt x="738585" y="0"/>
                  <a:pt x="1649675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 sz="1950"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0"/>
          </p:nvPr>
        </p:nvSpPr>
        <p:spPr bwMode="auto">
          <a:xfrm>
            <a:off x="7034197" y="1043019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1"/>
          </p:nvPr>
        </p:nvSpPr>
        <p:spPr bwMode="auto">
          <a:xfrm>
            <a:off x="7034197" y="5822291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2"/>
          </p:nvPr>
        </p:nvSpPr>
        <p:spPr bwMode="auto">
          <a:xfrm>
            <a:off x="11087388" y="547014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3"/>
          </p:nvPr>
        </p:nvSpPr>
        <p:spPr bwMode="auto">
          <a:xfrm>
            <a:off x="11087388" y="5326286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4"/>
          </p:nvPr>
        </p:nvSpPr>
        <p:spPr bwMode="auto">
          <a:xfrm>
            <a:off x="15140584" y="1048410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15"/>
          </p:nvPr>
        </p:nvSpPr>
        <p:spPr bwMode="auto">
          <a:xfrm>
            <a:off x="15140584" y="5827681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4"/>
          </p:nvPr>
        </p:nvSpPr>
        <p:spPr bwMode="auto">
          <a:xfrm>
            <a:off x="2351167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5"/>
          </p:nvPr>
        </p:nvSpPr>
        <p:spPr bwMode="auto">
          <a:xfrm>
            <a:off x="6503109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6"/>
          </p:nvPr>
        </p:nvSpPr>
        <p:spPr bwMode="auto">
          <a:xfrm>
            <a:off x="10655051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7"/>
          </p:nvPr>
        </p:nvSpPr>
        <p:spPr bwMode="auto">
          <a:xfrm>
            <a:off x="14806992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0"/>
          </p:nvPr>
        </p:nvSpPr>
        <p:spPr bwMode="auto">
          <a:xfrm>
            <a:off x="2351167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/>
          </p:nvPr>
        </p:nvSpPr>
        <p:spPr bwMode="auto">
          <a:xfrm>
            <a:off x="6503109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2"/>
          </p:nvPr>
        </p:nvSpPr>
        <p:spPr bwMode="auto">
          <a:xfrm>
            <a:off x="10655051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3"/>
          </p:nvPr>
        </p:nvSpPr>
        <p:spPr bwMode="auto">
          <a:xfrm>
            <a:off x="14806992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/>
          <p:cNvSpPr/>
          <p:nvPr userDrawn="1"/>
        </p:nvSpPr>
        <p:spPr bwMode="auto">
          <a:xfrm flipV="1">
            <a:off x="10510956" y="0"/>
            <a:ext cx="9288351" cy="1116012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9158070" y="1012998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9158070" y="4238454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9158070" y="7528839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 bwMode="auto">
          <a:xfrm>
            <a:off x="7474406" y="50143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 bwMode="auto">
          <a:xfrm>
            <a:off x="2021924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 bwMode="auto">
          <a:xfrm>
            <a:off x="7478932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 bwMode="auto">
          <a:xfrm>
            <a:off x="12935941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 bwMode="auto">
          <a:xfrm>
            <a:off x="3143309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 bwMode="auto">
          <a:xfrm>
            <a:off x="8621109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 bwMode="auto">
          <a:xfrm>
            <a:off x="14057328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 bwMode="auto">
          <a:xfrm>
            <a:off x="3143309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 bwMode="auto">
          <a:xfrm>
            <a:off x="8621109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9"/>
          </p:nvPr>
        </p:nvSpPr>
        <p:spPr bwMode="auto">
          <a:xfrm>
            <a:off x="14057328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" name="Picture Placeholder 58"/>
          <p:cNvSpPr>
            <a:spLocks noGrp="1"/>
          </p:cNvSpPr>
          <p:nvPr>
            <p:ph type="pic" sz="quarter" idx="20"/>
          </p:nvPr>
        </p:nvSpPr>
        <p:spPr bwMode="auto">
          <a:xfrm>
            <a:off x="3143309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" name="Picture Placeholder 59"/>
          <p:cNvSpPr>
            <a:spLocks noGrp="1"/>
          </p:cNvSpPr>
          <p:nvPr>
            <p:ph type="pic" sz="quarter" idx="21"/>
          </p:nvPr>
        </p:nvSpPr>
        <p:spPr bwMode="auto">
          <a:xfrm>
            <a:off x="8621109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" name="Picture Placeholder 60"/>
          <p:cNvSpPr>
            <a:spLocks noGrp="1"/>
          </p:cNvSpPr>
          <p:nvPr>
            <p:ph type="pic" sz="quarter" idx="22"/>
          </p:nvPr>
        </p:nvSpPr>
        <p:spPr bwMode="auto">
          <a:xfrm>
            <a:off x="14057328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Picture Placeholder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227421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7486611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2745800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2227426" y="5738272"/>
            <a:ext cx="10085268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2745800" y="5738272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8770917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3434832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/>
            </a:lvl1pPr>
          </a:lstStyle>
          <a:p>
            <a:pPr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4107005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6063536" cy="558006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 bwMode="auto">
          <a:xfrm>
            <a:off x="0" y="5580062"/>
            <a:ext cx="6063536" cy="558006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 bwMode="auto">
          <a:xfrm>
            <a:off x="3031768" y="2790031"/>
            <a:ext cx="6063536" cy="5580062"/>
          </a:xfrm>
          <a:prstGeom prst="rect">
            <a:avLst/>
          </a:prstGeom>
          <a:solidFill>
            <a:schemeClr val="accent4"/>
          </a:solidFill>
          <a:effectLst>
            <a:outerShdw blurRad="1244600" dist="787400" dir="5400000" algn="t" rotWithShape="0">
              <a:srgbClr val="002060">
                <a:alpha val="2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0_Custom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4944875" cy="11160125"/>
          </a:xfrm>
          <a:custGeom>
            <a:avLst/>
            <a:gdLst>
              <a:gd name="connsiteX0" fmla="*/ 0 w 3044952"/>
              <a:gd name="connsiteY0" fmla="*/ 0 h 6858000"/>
              <a:gd name="connsiteX1" fmla="*/ 3044952 w 3044952"/>
              <a:gd name="connsiteY1" fmla="*/ 0 h 6858000"/>
              <a:gd name="connsiteX2" fmla="*/ 3044952 w 3044952"/>
              <a:gd name="connsiteY2" fmla="*/ 6858000 h 6858000"/>
              <a:gd name="connsiteX3" fmla="*/ 0 w 3044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6858000" extrusionOk="0">
                <a:moveTo>
                  <a:pt x="0" y="0"/>
                </a:moveTo>
                <a:lnTo>
                  <a:pt x="3044952" y="0"/>
                </a:lnTo>
                <a:lnTo>
                  <a:pt x="3044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1"/>
          </p:nvPr>
        </p:nvSpPr>
        <p:spPr bwMode="auto">
          <a:xfrm>
            <a:off x="4944875" y="0"/>
            <a:ext cx="4954775" cy="5559145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2"/>
          </p:nvPr>
        </p:nvSpPr>
        <p:spPr bwMode="auto">
          <a:xfrm>
            <a:off x="4944875" y="5580062"/>
            <a:ext cx="4944875" cy="5580062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3"/>
          </p:nvPr>
        </p:nvSpPr>
        <p:spPr bwMode="auto">
          <a:xfrm>
            <a:off x="9909552" y="-10478"/>
            <a:ext cx="4925074" cy="5569584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6"/>
          </p:nvPr>
        </p:nvSpPr>
        <p:spPr bwMode="auto">
          <a:xfrm>
            <a:off x="14854424" y="5590541"/>
            <a:ext cx="4944875" cy="5569584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0" y="-22774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/>
          </p:nvPr>
        </p:nvSpPr>
        <p:spPr bwMode="auto">
          <a:xfrm>
            <a:off x="0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 bwMode="auto">
          <a:xfrm>
            <a:off x="6612971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 bwMode="auto">
          <a:xfrm>
            <a:off x="13239689" y="-22774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5"/>
          </p:nvPr>
        </p:nvSpPr>
        <p:spPr bwMode="auto">
          <a:xfrm>
            <a:off x="13239689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icture Placeholder 25"/>
          <p:cNvSpPr>
            <a:spLocks noGrp="1"/>
          </p:cNvSpPr>
          <p:nvPr>
            <p:ph type="pic" sz="quarter" idx="16"/>
          </p:nvPr>
        </p:nvSpPr>
        <p:spPr bwMode="auto">
          <a:xfrm>
            <a:off x="14950946" y="-4154047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/>
          </p:nvPr>
        </p:nvSpPr>
        <p:spPr bwMode="auto">
          <a:xfrm>
            <a:off x="5107395" y="-341003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/>
          </p:nvPr>
        </p:nvSpPr>
        <p:spPr bwMode="auto">
          <a:xfrm>
            <a:off x="185619" y="700607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3"/>
          </p:nvPr>
        </p:nvSpPr>
        <p:spPr bwMode="auto">
          <a:xfrm>
            <a:off x="5107395" y="514605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4"/>
          </p:nvPr>
        </p:nvSpPr>
        <p:spPr bwMode="auto">
          <a:xfrm>
            <a:off x="10029170" y="-2294026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5"/>
          </p:nvPr>
        </p:nvSpPr>
        <p:spPr bwMode="auto">
          <a:xfrm>
            <a:off x="10029170" y="6262070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7"/>
          </p:nvPr>
        </p:nvSpPr>
        <p:spPr bwMode="auto">
          <a:xfrm>
            <a:off x="14950946" y="4402049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 bwMode="auto">
          <a:xfrm>
            <a:off x="185619" y="-1550017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grpSp>
        <p:nvGrpSpPr>
          <p:cNvPr id="3" name="Graphic 5"/>
          <p:cNvGrpSpPr/>
          <p:nvPr userDrawn="1"/>
        </p:nvGrpSpPr>
        <p:grpSpPr bwMode="auto">
          <a:xfrm>
            <a:off x="15385500" y="2415128"/>
            <a:ext cx="3451120" cy="7065487"/>
            <a:chOff x="2467676" y="1835148"/>
            <a:chExt cx="1560218" cy="3187699"/>
          </a:xfrm>
          <a:gradFill>
            <a:gsLst>
              <a:gs pos="0">
                <a:srgbClr val="67696F"/>
              </a:gs>
              <a:gs pos="100000">
                <a:srgbClr val="48494B"/>
              </a:gs>
            </a:gsLst>
            <a:lin ang="2700000" scaled="0"/>
          </a:gradFill>
        </p:grpSpPr>
        <p:sp>
          <p:nvSpPr>
            <p:cNvPr id="4" name="Freeform 16"/>
            <p:cNvSpPr/>
            <p:nvPr/>
          </p:nvSpPr>
          <p:spPr bwMode="auto">
            <a:xfrm>
              <a:off x="2467676" y="1835148"/>
              <a:ext cx="1560218" cy="3187699"/>
            </a:xfrm>
            <a:custGeom>
              <a:avLst/>
              <a:gdLst>
                <a:gd name="connsiteX0" fmla="*/ 238425 w 1560243"/>
                <a:gd name="connsiteY0" fmla="*/ 0 h 3187700"/>
                <a:gd name="connsiteX1" fmla="*/ 1321819 w 1560243"/>
                <a:gd name="connsiteY1" fmla="*/ 0 h 3187700"/>
                <a:gd name="connsiteX2" fmla="*/ 1560244 w 1560243"/>
                <a:gd name="connsiteY2" fmla="*/ 239125 h 3187700"/>
                <a:gd name="connsiteX3" fmla="*/ 1560244 w 1560243"/>
                <a:gd name="connsiteY3" fmla="*/ 2948480 h 3187700"/>
                <a:gd name="connsiteX4" fmla="*/ 1321914 w 1560243"/>
                <a:gd name="connsiteY4" fmla="*/ 3187700 h 3187700"/>
                <a:gd name="connsiteX5" fmla="*/ 1321819 w 1560243"/>
                <a:gd name="connsiteY5" fmla="*/ 3187700 h 3187700"/>
                <a:gd name="connsiteX6" fmla="*/ 238425 w 1560243"/>
                <a:gd name="connsiteY6" fmla="*/ 3187700 h 3187700"/>
                <a:gd name="connsiteX7" fmla="*/ 0 w 1560243"/>
                <a:gd name="connsiteY7" fmla="*/ 2948480 h 3187700"/>
                <a:gd name="connsiteX8" fmla="*/ 0 w 1560243"/>
                <a:gd name="connsiteY8" fmla="*/ 239220 h 3187700"/>
                <a:gd name="connsiteX9" fmla="*/ 238425 w 1560243"/>
                <a:gd name="connsiteY9" fmla="*/ 0 h 318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60243" h="3187700" extrusionOk="0">
                  <a:moveTo>
                    <a:pt x="238425" y="0"/>
                  </a:moveTo>
                  <a:lnTo>
                    <a:pt x="1321819" y="0"/>
                  </a:lnTo>
                  <a:cubicBezTo>
                    <a:pt x="1453497" y="0"/>
                    <a:pt x="1560244" y="107060"/>
                    <a:pt x="1560244" y="239125"/>
                  </a:cubicBezTo>
                  <a:lnTo>
                    <a:pt x="1560244" y="2948480"/>
                  </a:lnTo>
                  <a:cubicBezTo>
                    <a:pt x="1560296" y="3080545"/>
                    <a:pt x="1453592" y="3187647"/>
                    <a:pt x="1321914" y="3187700"/>
                  </a:cubicBezTo>
                  <a:cubicBezTo>
                    <a:pt x="1321882" y="3187700"/>
                    <a:pt x="1321851" y="3187700"/>
                    <a:pt x="1321819" y="3187700"/>
                  </a:cubicBezTo>
                  <a:lnTo>
                    <a:pt x="238425" y="3187700"/>
                  </a:lnTo>
                  <a:cubicBezTo>
                    <a:pt x="106731" y="3187648"/>
                    <a:pt x="0" y="3080560"/>
                    <a:pt x="0" y="2948480"/>
                  </a:cubicBezTo>
                  <a:lnTo>
                    <a:pt x="0" y="239220"/>
                  </a:lnTo>
                  <a:cubicBezTo>
                    <a:pt x="0" y="107140"/>
                    <a:pt x="106731" y="53"/>
                    <a:pt x="238425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5" name="Freeform 17"/>
            <p:cNvSpPr/>
            <p:nvPr/>
          </p:nvSpPr>
          <p:spPr bwMode="auto">
            <a:xfrm>
              <a:off x="2564260" y="1932016"/>
              <a:ext cx="1367148" cy="2994343"/>
            </a:xfrm>
            <a:custGeom>
              <a:avLst/>
              <a:gdLst>
                <a:gd name="connsiteX0" fmla="*/ 1367170 w 1367170"/>
                <a:gd name="connsiteY0" fmla="*/ 142257 h 2994344"/>
                <a:gd name="connsiteX1" fmla="*/ 1367170 w 1367170"/>
                <a:gd name="connsiteY1" fmla="*/ 2851612 h 2994344"/>
                <a:gd name="connsiteX2" fmla="*/ 1224855 w 1367170"/>
                <a:gd name="connsiteY2" fmla="*/ 2994345 h 2994344"/>
                <a:gd name="connsiteX3" fmla="*/ 141840 w 1367170"/>
                <a:gd name="connsiteY3" fmla="*/ 2994345 h 2994344"/>
                <a:gd name="connsiteX4" fmla="*/ 0 w 1367170"/>
                <a:gd name="connsiteY4" fmla="*/ 2851612 h 2994344"/>
                <a:gd name="connsiteX5" fmla="*/ 0 w 1367170"/>
                <a:gd name="connsiteY5" fmla="*/ 142257 h 2994344"/>
                <a:gd name="connsiteX6" fmla="*/ 142315 w 1367170"/>
                <a:gd name="connsiteY6" fmla="*/ 0 h 2994344"/>
                <a:gd name="connsiteX7" fmla="*/ 267836 w 1367170"/>
                <a:gd name="connsiteY7" fmla="*/ 0 h 2994344"/>
                <a:gd name="connsiteX8" fmla="*/ 294028 w 1367170"/>
                <a:gd name="connsiteY8" fmla="*/ 26257 h 2994344"/>
                <a:gd name="connsiteX9" fmla="*/ 294022 w 1367170"/>
                <a:gd name="connsiteY9" fmla="*/ 26834 h 2994344"/>
                <a:gd name="connsiteX10" fmla="*/ 294022 w 1367170"/>
                <a:gd name="connsiteY10" fmla="*/ 26834 h 2994344"/>
                <a:gd name="connsiteX11" fmla="*/ 376944 w 1367170"/>
                <a:gd name="connsiteY11" fmla="*/ 109333 h 2994344"/>
                <a:gd name="connsiteX12" fmla="*/ 993641 w 1367170"/>
                <a:gd name="connsiteY12" fmla="*/ 109333 h 2994344"/>
                <a:gd name="connsiteX13" fmla="*/ 1076184 w 1367170"/>
                <a:gd name="connsiteY13" fmla="*/ 26834 h 2994344"/>
                <a:gd name="connsiteX14" fmla="*/ 1076184 w 1367170"/>
                <a:gd name="connsiteY14" fmla="*/ 26834 h 2994344"/>
                <a:gd name="connsiteX15" fmla="*/ 1102370 w 1367170"/>
                <a:gd name="connsiteY15" fmla="*/ 476 h 2994344"/>
                <a:gd name="connsiteX16" fmla="*/ 1225709 w 1367170"/>
                <a:gd name="connsiteY16" fmla="*/ 476 h 2994344"/>
                <a:gd name="connsiteX17" fmla="*/ 1367170 w 1367170"/>
                <a:gd name="connsiteY17" fmla="*/ 142257 h 299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67170" h="2994344" extrusionOk="0">
                  <a:moveTo>
                    <a:pt x="1367170" y="142257"/>
                  </a:moveTo>
                  <a:lnTo>
                    <a:pt x="1367170" y="2851612"/>
                  </a:lnTo>
                  <a:cubicBezTo>
                    <a:pt x="1367170" y="2930441"/>
                    <a:pt x="1303453" y="2994345"/>
                    <a:pt x="1224855" y="2994345"/>
                  </a:cubicBezTo>
                  <a:lnTo>
                    <a:pt x="141840" y="2994345"/>
                  </a:lnTo>
                  <a:cubicBezTo>
                    <a:pt x="63427" y="2994082"/>
                    <a:pt x="0" y="2930255"/>
                    <a:pt x="0" y="2851612"/>
                  </a:cubicBezTo>
                  <a:lnTo>
                    <a:pt x="0" y="142257"/>
                  </a:lnTo>
                  <a:cubicBezTo>
                    <a:pt x="261" y="63614"/>
                    <a:pt x="63901" y="0"/>
                    <a:pt x="142315" y="0"/>
                  </a:cubicBezTo>
                  <a:lnTo>
                    <a:pt x="267836" y="0"/>
                  </a:lnTo>
                  <a:cubicBezTo>
                    <a:pt x="282298" y="-3"/>
                    <a:pt x="294025" y="11752"/>
                    <a:pt x="294028" y="26257"/>
                  </a:cubicBezTo>
                  <a:cubicBezTo>
                    <a:pt x="294028" y="26449"/>
                    <a:pt x="294026" y="26641"/>
                    <a:pt x="294022" y="26834"/>
                  </a:cubicBezTo>
                  <a:lnTo>
                    <a:pt x="294022" y="26834"/>
                  </a:lnTo>
                  <a:cubicBezTo>
                    <a:pt x="294283" y="72548"/>
                    <a:pt x="331363" y="109439"/>
                    <a:pt x="376944" y="109333"/>
                  </a:cubicBezTo>
                  <a:lnTo>
                    <a:pt x="993641" y="109333"/>
                  </a:lnTo>
                  <a:cubicBezTo>
                    <a:pt x="1039074" y="109230"/>
                    <a:pt x="1075923" y="72400"/>
                    <a:pt x="1076184" y="26834"/>
                  </a:cubicBezTo>
                  <a:lnTo>
                    <a:pt x="1076184" y="26834"/>
                  </a:lnTo>
                  <a:cubicBezTo>
                    <a:pt x="1076184" y="12314"/>
                    <a:pt x="1087892" y="528"/>
                    <a:pt x="1102370" y="476"/>
                  </a:cubicBezTo>
                  <a:lnTo>
                    <a:pt x="1225709" y="476"/>
                  </a:lnTo>
                  <a:cubicBezTo>
                    <a:pt x="1303605" y="943"/>
                    <a:pt x="1366652" y="64133"/>
                    <a:pt x="1367170" y="142257"/>
                  </a:cubicBezTo>
                  <a:close/>
                </a:path>
              </a:pathLst>
            </a:custGeom>
            <a:grpFill/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6" name="Freeform 16"/>
          <p:cNvSpPr/>
          <p:nvPr userDrawn="1"/>
        </p:nvSpPr>
        <p:spPr bwMode="auto">
          <a:xfrm>
            <a:off x="11302952" y="16795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11523579" y="18938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Рисунок 8"/>
          <p:cNvSpPr>
            <a:spLocks noGrp="1"/>
          </p:cNvSpPr>
          <p:nvPr>
            <p:ph type="pic" sz="quarter" idx="11"/>
          </p:nvPr>
        </p:nvSpPr>
        <p:spPr bwMode="auto">
          <a:xfrm>
            <a:off x="15615949" y="262941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grpSp>
        <p:nvGrpSpPr>
          <p:cNvPr id="3" name="Group 46"/>
          <p:cNvGrpSpPr/>
          <p:nvPr userDrawn="1"/>
        </p:nvGrpSpPr>
        <p:grpSpPr bwMode="auto">
          <a:xfrm>
            <a:off x="10135714" y="2327985"/>
            <a:ext cx="7401341" cy="4558908"/>
            <a:chOff x="4902604" y="891789"/>
            <a:chExt cx="5245287" cy="3224206"/>
          </a:xfrm>
        </p:grpSpPr>
        <p:sp>
          <p:nvSpPr>
            <p:cNvPr id="4" name="Freeform 33"/>
            <p:cNvSpPr/>
            <p:nvPr/>
          </p:nvSpPr>
          <p:spPr bwMode="auto">
            <a:xfrm>
              <a:off x="5285506" y="891789"/>
              <a:ext cx="4499104" cy="3052191"/>
            </a:xfrm>
            <a:custGeom>
              <a:avLst/>
              <a:gdLst>
                <a:gd name="connsiteX0" fmla="*/ 4499105 w 4499104"/>
                <a:gd name="connsiteY0" fmla="*/ 3052191 h 3052191"/>
                <a:gd name="connsiteX1" fmla="*/ 0 w 4499104"/>
                <a:gd name="connsiteY1" fmla="*/ 3052191 h 3052191"/>
                <a:gd name="connsiteX2" fmla="*/ 0 w 4499104"/>
                <a:gd name="connsiteY2" fmla="*/ 118829 h 3052191"/>
                <a:gd name="connsiteX3" fmla="*/ 117743 w 4499104"/>
                <a:gd name="connsiteY3" fmla="*/ 0 h 3052191"/>
                <a:gd name="connsiteX4" fmla="*/ 4382320 w 4499104"/>
                <a:gd name="connsiteY4" fmla="*/ 0 h 3052191"/>
                <a:gd name="connsiteX5" fmla="*/ 4499105 w 4499104"/>
                <a:gd name="connsiteY5" fmla="*/ 118829 h 305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04" h="3052191" extrusionOk="0">
                  <a:moveTo>
                    <a:pt x="4499105" y="3052191"/>
                  </a:moveTo>
                  <a:lnTo>
                    <a:pt x="0" y="3052191"/>
                  </a:lnTo>
                  <a:lnTo>
                    <a:pt x="0" y="118829"/>
                  </a:lnTo>
                  <a:cubicBezTo>
                    <a:pt x="-2" y="53574"/>
                    <a:pt x="52561" y="526"/>
                    <a:pt x="117743" y="0"/>
                  </a:cubicBezTo>
                  <a:lnTo>
                    <a:pt x="4382320" y="0"/>
                  </a:lnTo>
                  <a:cubicBezTo>
                    <a:pt x="4447126" y="1047"/>
                    <a:pt x="4499105" y="53943"/>
                    <a:pt x="4499105" y="118829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47798" cap="flat">
              <a:noFill/>
              <a:prstDash val="solid"/>
              <a:miter/>
            </a:ln>
            <a:effectLst>
              <a:outerShdw blurRad="965200" dist="431800" dir="5400000" algn="t" rotWithShape="0">
                <a:prstClr val="black">
                  <a:alpha val="9000"/>
                </a:prstClr>
              </a:outerShdw>
            </a:effectLst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5" name="Freeform 34"/>
            <p:cNvSpPr/>
            <p:nvPr/>
          </p:nvSpPr>
          <p:spPr bwMode="auto">
            <a:xfrm>
              <a:off x="5388891" y="1079616"/>
              <a:ext cx="4292816" cy="2703848"/>
            </a:xfrm>
            <a:custGeom>
              <a:avLst/>
              <a:gdLst>
                <a:gd name="connsiteX0" fmla="*/ 0 w 4292816"/>
                <a:gd name="connsiteY0" fmla="*/ 0 h 2703848"/>
                <a:gd name="connsiteX1" fmla="*/ 4292816 w 4292816"/>
                <a:gd name="connsiteY1" fmla="*/ 0 h 2703848"/>
                <a:gd name="connsiteX2" fmla="*/ 4292816 w 4292816"/>
                <a:gd name="connsiteY2" fmla="*/ 2703849 h 2703848"/>
                <a:gd name="connsiteX3" fmla="*/ 0 w 4292816"/>
                <a:gd name="connsiteY3" fmla="*/ 2703849 h 27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2816" h="2703848" extrusionOk="0">
                  <a:moveTo>
                    <a:pt x="0" y="0"/>
                  </a:moveTo>
                  <a:lnTo>
                    <a:pt x="4292816" y="0"/>
                  </a:lnTo>
                  <a:lnTo>
                    <a:pt x="4292816" y="2703849"/>
                  </a:lnTo>
                  <a:lnTo>
                    <a:pt x="0" y="2703849"/>
                  </a:lnTo>
                  <a:close/>
                </a:path>
              </a:pathLst>
            </a:custGeom>
            <a:solidFill>
              <a:srgbClr val="F2F2F2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  <p:sp>
          <p:nvSpPr>
            <p:cNvPr id="6" name="Freeform 35"/>
            <p:cNvSpPr/>
            <p:nvPr/>
          </p:nvSpPr>
          <p:spPr bwMode="auto">
            <a:xfrm>
              <a:off x="4902604" y="3973208"/>
              <a:ext cx="5245286" cy="142787"/>
            </a:xfrm>
            <a:custGeom>
              <a:avLst/>
              <a:gdLst>
                <a:gd name="connsiteX0" fmla="*/ 5245286 w 5245286"/>
                <a:gd name="connsiteY0" fmla="*/ 0 h 142787"/>
                <a:gd name="connsiteX1" fmla="*/ 5245286 w 5245286"/>
                <a:gd name="connsiteY1" fmla="*/ 11021 h 142787"/>
                <a:gd name="connsiteX2" fmla="*/ 5206518 w 5245286"/>
                <a:gd name="connsiteY2" fmla="*/ 77143 h 142787"/>
                <a:gd name="connsiteX3" fmla="*/ 5034211 w 5245286"/>
                <a:gd name="connsiteY3" fmla="*/ 142787 h 142787"/>
                <a:gd name="connsiteX4" fmla="*/ 211075 w 5245286"/>
                <a:gd name="connsiteY4" fmla="*/ 142787 h 142787"/>
                <a:gd name="connsiteX5" fmla="*/ 38290 w 5245286"/>
                <a:gd name="connsiteY5" fmla="*/ 77143 h 142787"/>
                <a:gd name="connsiteX6" fmla="*/ 0 w 5245286"/>
                <a:gd name="connsiteY6" fmla="*/ 11021 h 142787"/>
                <a:gd name="connsiteX7" fmla="*/ 0 w 5245286"/>
                <a:gd name="connsiteY7" fmla="*/ 0 h 14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286" h="142787" extrusionOk="0">
                  <a:moveTo>
                    <a:pt x="5245286" y="0"/>
                  </a:moveTo>
                  <a:lnTo>
                    <a:pt x="5245286" y="11021"/>
                  </a:lnTo>
                  <a:cubicBezTo>
                    <a:pt x="5242702" y="37700"/>
                    <a:pt x="5228534" y="61892"/>
                    <a:pt x="5206518" y="77143"/>
                  </a:cubicBezTo>
                  <a:cubicBezTo>
                    <a:pt x="5157028" y="115979"/>
                    <a:pt x="5096960" y="138868"/>
                    <a:pt x="5034211" y="142787"/>
                  </a:cubicBezTo>
                  <a:lnTo>
                    <a:pt x="211075" y="142787"/>
                  </a:lnTo>
                  <a:cubicBezTo>
                    <a:pt x="148200" y="138786"/>
                    <a:pt x="87988" y="115907"/>
                    <a:pt x="38290" y="77143"/>
                  </a:cubicBezTo>
                  <a:cubicBezTo>
                    <a:pt x="16552" y="61705"/>
                    <a:pt x="2581" y="37575"/>
                    <a:pt x="0" y="110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7" name="Freeform 36"/>
            <p:cNvSpPr/>
            <p:nvPr/>
          </p:nvSpPr>
          <p:spPr bwMode="auto">
            <a:xfrm>
              <a:off x="4902605" y="3943980"/>
              <a:ext cx="5245286" cy="106371"/>
            </a:xfrm>
            <a:custGeom>
              <a:avLst/>
              <a:gdLst>
                <a:gd name="connsiteX0" fmla="*/ 5245286 w 5245286"/>
                <a:gd name="connsiteY0" fmla="*/ 20124 h 106371"/>
                <a:gd name="connsiteX1" fmla="*/ 5245286 w 5245286"/>
                <a:gd name="connsiteY1" fmla="*/ 40249 h 106371"/>
                <a:gd name="connsiteX2" fmla="*/ 5206518 w 5245286"/>
                <a:gd name="connsiteY2" fmla="*/ 106371 h 106371"/>
                <a:gd name="connsiteX3" fmla="*/ 38290 w 5245286"/>
                <a:gd name="connsiteY3" fmla="*/ 106371 h 106371"/>
                <a:gd name="connsiteX4" fmla="*/ 0 w 5245286"/>
                <a:gd name="connsiteY4" fmla="*/ 40249 h 106371"/>
                <a:gd name="connsiteX5" fmla="*/ 0 w 5245286"/>
                <a:gd name="connsiteY5" fmla="*/ 20124 h 106371"/>
                <a:gd name="connsiteX6" fmla="*/ 20102 w 5245286"/>
                <a:gd name="connsiteY6" fmla="*/ 0 h 106371"/>
                <a:gd name="connsiteX7" fmla="*/ 5225184 w 5245286"/>
                <a:gd name="connsiteY7" fmla="*/ 0 h 106371"/>
                <a:gd name="connsiteX8" fmla="*/ 5245286 w 5245286"/>
                <a:gd name="connsiteY8" fmla="*/ 20124 h 10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45286" h="106371" extrusionOk="0">
                  <a:moveTo>
                    <a:pt x="5245286" y="20124"/>
                  </a:moveTo>
                  <a:lnTo>
                    <a:pt x="5245286" y="40249"/>
                  </a:lnTo>
                  <a:cubicBezTo>
                    <a:pt x="5242702" y="66928"/>
                    <a:pt x="5228534" y="91120"/>
                    <a:pt x="5206518" y="106371"/>
                  </a:cubicBezTo>
                  <a:lnTo>
                    <a:pt x="38290" y="106371"/>
                  </a:lnTo>
                  <a:cubicBezTo>
                    <a:pt x="16552" y="90933"/>
                    <a:pt x="2581" y="66803"/>
                    <a:pt x="0" y="40249"/>
                  </a:cubicBezTo>
                  <a:lnTo>
                    <a:pt x="0" y="20124"/>
                  </a:lnTo>
                  <a:cubicBezTo>
                    <a:pt x="0" y="9008"/>
                    <a:pt x="9000" y="0"/>
                    <a:pt x="20102" y="0"/>
                  </a:cubicBezTo>
                  <a:lnTo>
                    <a:pt x="5225184" y="0"/>
                  </a:lnTo>
                  <a:cubicBezTo>
                    <a:pt x="5236288" y="0"/>
                    <a:pt x="5245286" y="9008"/>
                    <a:pt x="5245286" y="20124"/>
                  </a:cubicBezTo>
                  <a:close/>
                </a:path>
              </a:pathLst>
            </a:custGeom>
            <a:solidFill>
              <a:srgbClr val="ECECEC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8" name="Freeform 37"/>
            <p:cNvSpPr/>
            <p:nvPr/>
          </p:nvSpPr>
          <p:spPr bwMode="auto">
            <a:xfrm>
              <a:off x="7145891" y="3945085"/>
              <a:ext cx="777292" cy="51269"/>
            </a:xfrm>
            <a:custGeom>
              <a:avLst/>
              <a:gdLst>
                <a:gd name="connsiteX0" fmla="*/ 478628 w 777292"/>
                <a:gd name="connsiteY0" fmla="*/ 0 h 51269"/>
                <a:gd name="connsiteX1" fmla="*/ 0 w 777292"/>
                <a:gd name="connsiteY1" fmla="*/ 0 h 51269"/>
                <a:gd name="connsiteX2" fmla="*/ 55999 w 777292"/>
                <a:gd name="connsiteY2" fmla="*/ 51269 h 51269"/>
                <a:gd name="connsiteX3" fmla="*/ 721771 w 777292"/>
                <a:gd name="connsiteY3" fmla="*/ 51269 h 51269"/>
                <a:gd name="connsiteX4" fmla="*/ 777292 w 777292"/>
                <a:gd name="connsiteY4" fmla="*/ 0 h 5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292" h="51269" extrusionOk="0">
                  <a:moveTo>
                    <a:pt x="478628" y="0"/>
                  </a:moveTo>
                  <a:lnTo>
                    <a:pt x="0" y="0"/>
                  </a:lnTo>
                  <a:cubicBezTo>
                    <a:pt x="2494" y="29075"/>
                    <a:pt x="26846" y="51375"/>
                    <a:pt x="55999" y="51269"/>
                  </a:cubicBezTo>
                  <a:lnTo>
                    <a:pt x="721771" y="51269"/>
                  </a:lnTo>
                  <a:cubicBezTo>
                    <a:pt x="750738" y="51125"/>
                    <a:pt x="774818" y="28893"/>
                    <a:pt x="777292" y="0"/>
                  </a:cubicBez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9" name="Freeform 40"/>
            <p:cNvSpPr/>
            <p:nvPr/>
          </p:nvSpPr>
          <p:spPr bwMode="auto">
            <a:xfrm>
              <a:off x="7519743" y="955995"/>
              <a:ext cx="63178" cy="63247"/>
            </a:xfrm>
            <a:custGeom>
              <a:avLst/>
              <a:gdLst>
                <a:gd name="connsiteX0" fmla="*/ 63179 w 63178"/>
                <a:gd name="connsiteY0" fmla="*/ 31624 h 63247"/>
                <a:gd name="connsiteX1" fmla="*/ 31589 w 63178"/>
                <a:gd name="connsiteY1" fmla="*/ 63248 h 63247"/>
                <a:gd name="connsiteX2" fmla="*/ 0 w 63178"/>
                <a:gd name="connsiteY2" fmla="*/ 31624 h 63247"/>
                <a:gd name="connsiteX3" fmla="*/ 31589 w 63178"/>
                <a:gd name="connsiteY3" fmla="*/ 0 h 63247"/>
                <a:gd name="connsiteX4" fmla="*/ 63179 w 63178"/>
                <a:gd name="connsiteY4" fmla="*/ 31624 h 6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78" h="63247" extrusionOk="0">
                  <a:moveTo>
                    <a:pt x="63179" y="31624"/>
                  </a:moveTo>
                  <a:cubicBezTo>
                    <a:pt x="63179" y="49089"/>
                    <a:pt x="49035" y="63248"/>
                    <a:pt x="31589" y="63248"/>
                  </a:cubicBezTo>
                  <a:cubicBezTo>
                    <a:pt x="14143" y="63248"/>
                    <a:pt x="0" y="49089"/>
                    <a:pt x="0" y="31624"/>
                  </a:cubicBezTo>
                  <a:cubicBezTo>
                    <a:pt x="0" y="14158"/>
                    <a:pt x="14143" y="0"/>
                    <a:pt x="31589" y="0"/>
                  </a:cubicBezTo>
                  <a:cubicBezTo>
                    <a:pt x="48930" y="257"/>
                    <a:pt x="62920" y="14266"/>
                    <a:pt x="63179" y="31624"/>
                  </a:cubicBezTo>
                  <a:close/>
                </a:path>
              </a:pathLst>
            </a:custGeom>
            <a:solidFill>
              <a:srgbClr val="FFFFFF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10" name="Picture Placeholder 3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0821890" y="2593572"/>
            <a:ext cx="6057363" cy="3823142"/>
          </a:xfrm>
          <a:custGeom>
            <a:avLst/>
            <a:gdLst>
              <a:gd name="connsiteX0" fmla="*/ 0 w 3729998"/>
              <a:gd name="connsiteY0" fmla="*/ 0 h 2349356"/>
              <a:gd name="connsiteX1" fmla="*/ 3729998 w 3729998"/>
              <a:gd name="connsiteY1" fmla="*/ 0 h 2349356"/>
              <a:gd name="connsiteX2" fmla="*/ 3729998 w 3729998"/>
              <a:gd name="connsiteY2" fmla="*/ 2349356 h 2349356"/>
              <a:gd name="connsiteX3" fmla="*/ 0 w 3729998"/>
              <a:gd name="connsiteY3" fmla="*/ 2349356 h 234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998" h="2349356" extrusionOk="0">
                <a:moveTo>
                  <a:pt x="0" y="0"/>
                </a:moveTo>
                <a:lnTo>
                  <a:pt x="3729998" y="0"/>
                </a:lnTo>
                <a:lnTo>
                  <a:pt x="3729998" y="2349356"/>
                </a:lnTo>
                <a:lnTo>
                  <a:pt x="0" y="2349356"/>
                </a:lnTo>
                <a:close/>
              </a:path>
            </a:pathLst>
          </a:custGeom>
          <a:solidFill>
            <a:schemeClr val="accent6"/>
          </a:solidFill>
          <a:effectLst>
            <a:innerShdw blurRad="127000">
              <a:prstClr val="black">
                <a:alpha val="30000"/>
              </a:prstClr>
            </a:innerShdw>
          </a:effectLst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>
              <a:defRPr/>
            </a:pPr>
            <a:r>
              <a:rPr lang="ru-RU"/>
              <a:t>Вставить изображение</a:t>
            </a:r>
            <a:endParaRPr lang="en-US"/>
          </a:p>
        </p:txBody>
      </p:sp>
      <p:grpSp>
        <p:nvGrpSpPr>
          <p:cNvPr id="11" name="Group 46"/>
          <p:cNvGrpSpPr/>
          <p:nvPr userDrawn="1"/>
        </p:nvGrpSpPr>
        <p:grpSpPr bwMode="auto">
          <a:xfrm>
            <a:off x="2262613" y="5286338"/>
            <a:ext cx="7401341" cy="4558908"/>
            <a:chOff x="4902604" y="891789"/>
            <a:chExt cx="5245287" cy="3224206"/>
          </a:xfrm>
        </p:grpSpPr>
        <p:sp>
          <p:nvSpPr>
            <p:cNvPr id="12" name="Freeform 33"/>
            <p:cNvSpPr/>
            <p:nvPr/>
          </p:nvSpPr>
          <p:spPr bwMode="auto">
            <a:xfrm>
              <a:off x="5285506" y="891789"/>
              <a:ext cx="4499104" cy="3052191"/>
            </a:xfrm>
            <a:custGeom>
              <a:avLst/>
              <a:gdLst>
                <a:gd name="connsiteX0" fmla="*/ 4499105 w 4499104"/>
                <a:gd name="connsiteY0" fmla="*/ 3052191 h 3052191"/>
                <a:gd name="connsiteX1" fmla="*/ 0 w 4499104"/>
                <a:gd name="connsiteY1" fmla="*/ 3052191 h 3052191"/>
                <a:gd name="connsiteX2" fmla="*/ 0 w 4499104"/>
                <a:gd name="connsiteY2" fmla="*/ 118829 h 3052191"/>
                <a:gd name="connsiteX3" fmla="*/ 117743 w 4499104"/>
                <a:gd name="connsiteY3" fmla="*/ 0 h 3052191"/>
                <a:gd name="connsiteX4" fmla="*/ 4382320 w 4499104"/>
                <a:gd name="connsiteY4" fmla="*/ 0 h 3052191"/>
                <a:gd name="connsiteX5" fmla="*/ 4499105 w 4499104"/>
                <a:gd name="connsiteY5" fmla="*/ 118829 h 305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04" h="3052191" extrusionOk="0">
                  <a:moveTo>
                    <a:pt x="4499105" y="3052191"/>
                  </a:moveTo>
                  <a:lnTo>
                    <a:pt x="0" y="3052191"/>
                  </a:lnTo>
                  <a:lnTo>
                    <a:pt x="0" y="118829"/>
                  </a:lnTo>
                  <a:cubicBezTo>
                    <a:pt x="-2" y="53574"/>
                    <a:pt x="52561" y="526"/>
                    <a:pt x="117743" y="0"/>
                  </a:cubicBezTo>
                  <a:lnTo>
                    <a:pt x="4382320" y="0"/>
                  </a:lnTo>
                  <a:cubicBezTo>
                    <a:pt x="4447126" y="1047"/>
                    <a:pt x="4499105" y="53943"/>
                    <a:pt x="4499105" y="118829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47798" cap="flat">
              <a:noFill/>
              <a:prstDash val="solid"/>
              <a:miter/>
            </a:ln>
            <a:effectLst>
              <a:outerShdw blurRad="965200" dist="431800" dir="5400000" algn="t" rotWithShape="0">
                <a:prstClr val="black">
                  <a:alpha val="9000"/>
                </a:prstClr>
              </a:outerShdw>
            </a:effectLst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3" name="Freeform 34"/>
            <p:cNvSpPr/>
            <p:nvPr/>
          </p:nvSpPr>
          <p:spPr bwMode="auto">
            <a:xfrm>
              <a:off x="5388891" y="1079616"/>
              <a:ext cx="4292816" cy="2703848"/>
            </a:xfrm>
            <a:custGeom>
              <a:avLst/>
              <a:gdLst>
                <a:gd name="connsiteX0" fmla="*/ 0 w 4292816"/>
                <a:gd name="connsiteY0" fmla="*/ 0 h 2703848"/>
                <a:gd name="connsiteX1" fmla="*/ 4292816 w 4292816"/>
                <a:gd name="connsiteY1" fmla="*/ 0 h 2703848"/>
                <a:gd name="connsiteX2" fmla="*/ 4292816 w 4292816"/>
                <a:gd name="connsiteY2" fmla="*/ 2703849 h 2703848"/>
                <a:gd name="connsiteX3" fmla="*/ 0 w 4292816"/>
                <a:gd name="connsiteY3" fmla="*/ 2703849 h 27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2816" h="2703848" extrusionOk="0">
                  <a:moveTo>
                    <a:pt x="0" y="0"/>
                  </a:moveTo>
                  <a:lnTo>
                    <a:pt x="4292816" y="0"/>
                  </a:lnTo>
                  <a:lnTo>
                    <a:pt x="4292816" y="2703849"/>
                  </a:lnTo>
                  <a:lnTo>
                    <a:pt x="0" y="2703849"/>
                  </a:lnTo>
                  <a:close/>
                </a:path>
              </a:pathLst>
            </a:custGeom>
            <a:solidFill>
              <a:srgbClr val="F2F2F2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  <p:sp>
          <p:nvSpPr>
            <p:cNvPr id="14" name="Freeform 35"/>
            <p:cNvSpPr/>
            <p:nvPr/>
          </p:nvSpPr>
          <p:spPr bwMode="auto">
            <a:xfrm>
              <a:off x="4902604" y="3973208"/>
              <a:ext cx="5245286" cy="142787"/>
            </a:xfrm>
            <a:custGeom>
              <a:avLst/>
              <a:gdLst>
                <a:gd name="connsiteX0" fmla="*/ 5245286 w 5245286"/>
                <a:gd name="connsiteY0" fmla="*/ 0 h 142787"/>
                <a:gd name="connsiteX1" fmla="*/ 5245286 w 5245286"/>
                <a:gd name="connsiteY1" fmla="*/ 11021 h 142787"/>
                <a:gd name="connsiteX2" fmla="*/ 5206518 w 5245286"/>
                <a:gd name="connsiteY2" fmla="*/ 77143 h 142787"/>
                <a:gd name="connsiteX3" fmla="*/ 5034211 w 5245286"/>
                <a:gd name="connsiteY3" fmla="*/ 142787 h 142787"/>
                <a:gd name="connsiteX4" fmla="*/ 211075 w 5245286"/>
                <a:gd name="connsiteY4" fmla="*/ 142787 h 142787"/>
                <a:gd name="connsiteX5" fmla="*/ 38290 w 5245286"/>
                <a:gd name="connsiteY5" fmla="*/ 77143 h 142787"/>
                <a:gd name="connsiteX6" fmla="*/ 0 w 5245286"/>
                <a:gd name="connsiteY6" fmla="*/ 11021 h 142787"/>
                <a:gd name="connsiteX7" fmla="*/ 0 w 5245286"/>
                <a:gd name="connsiteY7" fmla="*/ 0 h 14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286" h="142787" extrusionOk="0">
                  <a:moveTo>
                    <a:pt x="5245286" y="0"/>
                  </a:moveTo>
                  <a:lnTo>
                    <a:pt x="5245286" y="11021"/>
                  </a:lnTo>
                  <a:cubicBezTo>
                    <a:pt x="5242702" y="37700"/>
                    <a:pt x="5228534" y="61892"/>
                    <a:pt x="5206518" y="77143"/>
                  </a:cubicBezTo>
                  <a:cubicBezTo>
                    <a:pt x="5157028" y="115979"/>
                    <a:pt x="5096960" y="138868"/>
                    <a:pt x="5034211" y="142787"/>
                  </a:cubicBezTo>
                  <a:lnTo>
                    <a:pt x="211075" y="142787"/>
                  </a:lnTo>
                  <a:cubicBezTo>
                    <a:pt x="148200" y="138786"/>
                    <a:pt x="87988" y="115907"/>
                    <a:pt x="38290" y="77143"/>
                  </a:cubicBezTo>
                  <a:cubicBezTo>
                    <a:pt x="16552" y="61705"/>
                    <a:pt x="2581" y="37575"/>
                    <a:pt x="0" y="110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5" name="Freeform 36"/>
            <p:cNvSpPr/>
            <p:nvPr/>
          </p:nvSpPr>
          <p:spPr bwMode="auto">
            <a:xfrm>
              <a:off x="4902605" y="3943980"/>
              <a:ext cx="5245286" cy="106371"/>
            </a:xfrm>
            <a:custGeom>
              <a:avLst/>
              <a:gdLst>
                <a:gd name="connsiteX0" fmla="*/ 5245286 w 5245286"/>
                <a:gd name="connsiteY0" fmla="*/ 20124 h 106371"/>
                <a:gd name="connsiteX1" fmla="*/ 5245286 w 5245286"/>
                <a:gd name="connsiteY1" fmla="*/ 40249 h 106371"/>
                <a:gd name="connsiteX2" fmla="*/ 5206518 w 5245286"/>
                <a:gd name="connsiteY2" fmla="*/ 106371 h 106371"/>
                <a:gd name="connsiteX3" fmla="*/ 38290 w 5245286"/>
                <a:gd name="connsiteY3" fmla="*/ 106371 h 106371"/>
                <a:gd name="connsiteX4" fmla="*/ 0 w 5245286"/>
                <a:gd name="connsiteY4" fmla="*/ 40249 h 106371"/>
                <a:gd name="connsiteX5" fmla="*/ 0 w 5245286"/>
                <a:gd name="connsiteY5" fmla="*/ 20124 h 106371"/>
                <a:gd name="connsiteX6" fmla="*/ 20102 w 5245286"/>
                <a:gd name="connsiteY6" fmla="*/ 0 h 106371"/>
                <a:gd name="connsiteX7" fmla="*/ 5225184 w 5245286"/>
                <a:gd name="connsiteY7" fmla="*/ 0 h 106371"/>
                <a:gd name="connsiteX8" fmla="*/ 5245286 w 5245286"/>
                <a:gd name="connsiteY8" fmla="*/ 20124 h 10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45286" h="106371" extrusionOk="0">
                  <a:moveTo>
                    <a:pt x="5245286" y="20124"/>
                  </a:moveTo>
                  <a:lnTo>
                    <a:pt x="5245286" y="40249"/>
                  </a:lnTo>
                  <a:cubicBezTo>
                    <a:pt x="5242702" y="66928"/>
                    <a:pt x="5228534" y="91120"/>
                    <a:pt x="5206518" y="106371"/>
                  </a:cubicBezTo>
                  <a:lnTo>
                    <a:pt x="38290" y="106371"/>
                  </a:lnTo>
                  <a:cubicBezTo>
                    <a:pt x="16552" y="90933"/>
                    <a:pt x="2581" y="66803"/>
                    <a:pt x="0" y="40249"/>
                  </a:cubicBezTo>
                  <a:lnTo>
                    <a:pt x="0" y="20124"/>
                  </a:lnTo>
                  <a:cubicBezTo>
                    <a:pt x="0" y="9008"/>
                    <a:pt x="9000" y="0"/>
                    <a:pt x="20102" y="0"/>
                  </a:cubicBezTo>
                  <a:lnTo>
                    <a:pt x="5225184" y="0"/>
                  </a:lnTo>
                  <a:cubicBezTo>
                    <a:pt x="5236288" y="0"/>
                    <a:pt x="5245286" y="9008"/>
                    <a:pt x="5245286" y="20124"/>
                  </a:cubicBezTo>
                  <a:close/>
                </a:path>
              </a:pathLst>
            </a:custGeom>
            <a:solidFill>
              <a:srgbClr val="ECECEC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6" name="Freeform 37"/>
            <p:cNvSpPr/>
            <p:nvPr/>
          </p:nvSpPr>
          <p:spPr bwMode="auto">
            <a:xfrm>
              <a:off x="7145891" y="3945085"/>
              <a:ext cx="777292" cy="51269"/>
            </a:xfrm>
            <a:custGeom>
              <a:avLst/>
              <a:gdLst>
                <a:gd name="connsiteX0" fmla="*/ 478628 w 777292"/>
                <a:gd name="connsiteY0" fmla="*/ 0 h 51269"/>
                <a:gd name="connsiteX1" fmla="*/ 0 w 777292"/>
                <a:gd name="connsiteY1" fmla="*/ 0 h 51269"/>
                <a:gd name="connsiteX2" fmla="*/ 55999 w 777292"/>
                <a:gd name="connsiteY2" fmla="*/ 51269 h 51269"/>
                <a:gd name="connsiteX3" fmla="*/ 721771 w 777292"/>
                <a:gd name="connsiteY3" fmla="*/ 51269 h 51269"/>
                <a:gd name="connsiteX4" fmla="*/ 777292 w 777292"/>
                <a:gd name="connsiteY4" fmla="*/ 0 h 5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292" h="51269" extrusionOk="0">
                  <a:moveTo>
                    <a:pt x="478628" y="0"/>
                  </a:moveTo>
                  <a:lnTo>
                    <a:pt x="0" y="0"/>
                  </a:lnTo>
                  <a:cubicBezTo>
                    <a:pt x="2494" y="29075"/>
                    <a:pt x="26846" y="51375"/>
                    <a:pt x="55999" y="51269"/>
                  </a:cubicBezTo>
                  <a:lnTo>
                    <a:pt x="721771" y="51269"/>
                  </a:lnTo>
                  <a:cubicBezTo>
                    <a:pt x="750738" y="51125"/>
                    <a:pt x="774818" y="28893"/>
                    <a:pt x="777292" y="0"/>
                  </a:cubicBez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7" name="Freeform 40"/>
            <p:cNvSpPr/>
            <p:nvPr/>
          </p:nvSpPr>
          <p:spPr bwMode="auto">
            <a:xfrm>
              <a:off x="7519743" y="955995"/>
              <a:ext cx="63178" cy="63247"/>
            </a:xfrm>
            <a:custGeom>
              <a:avLst/>
              <a:gdLst>
                <a:gd name="connsiteX0" fmla="*/ 63179 w 63178"/>
                <a:gd name="connsiteY0" fmla="*/ 31624 h 63247"/>
                <a:gd name="connsiteX1" fmla="*/ 31589 w 63178"/>
                <a:gd name="connsiteY1" fmla="*/ 63248 h 63247"/>
                <a:gd name="connsiteX2" fmla="*/ 0 w 63178"/>
                <a:gd name="connsiteY2" fmla="*/ 31624 h 63247"/>
                <a:gd name="connsiteX3" fmla="*/ 31589 w 63178"/>
                <a:gd name="connsiteY3" fmla="*/ 0 h 63247"/>
                <a:gd name="connsiteX4" fmla="*/ 63179 w 63178"/>
                <a:gd name="connsiteY4" fmla="*/ 31624 h 6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78" h="63247" extrusionOk="0">
                  <a:moveTo>
                    <a:pt x="63179" y="31624"/>
                  </a:moveTo>
                  <a:cubicBezTo>
                    <a:pt x="63179" y="49089"/>
                    <a:pt x="49035" y="63248"/>
                    <a:pt x="31589" y="63248"/>
                  </a:cubicBezTo>
                  <a:cubicBezTo>
                    <a:pt x="14143" y="63248"/>
                    <a:pt x="0" y="49089"/>
                    <a:pt x="0" y="31624"/>
                  </a:cubicBezTo>
                  <a:cubicBezTo>
                    <a:pt x="0" y="14158"/>
                    <a:pt x="14143" y="0"/>
                    <a:pt x="31589" y="0"/>
                  </a:cubicBezTo>
                  <a:cubicBezTo>
                    <a:pt x="48930" y="257"/>
                    <a:pt x="62920" y="14266"/>
                    <a:pt x="63179" y="31624"/>
                  </a:cubicBezTo>
                  <a:close/>
                </a:path>
              </a:pathLst>
            </a:custGeom>
            <a:solidFill>
              <a:srgbClr val="FFFFFF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18" name="Picture Placeholder 3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948789" y="5551925"/>
            <a:ext cx="6057363" cy="3823142"/>
          </a:xfrm>
          <a:custGeom>
            <a:avLst/>
            <a:gdLst>
              <a:gd name="connsiteX0" fmla="*/ 0 w 3729998"/>
              <a:gd name="connsiteY0" fmla="*/ 0 h 2349356"/>
              <a:gd name="connsiteX1" fmla="*/ 3729998 w 3729998"/>
              <a:gd name="connsiteY1" fmla="*/ 0 h 2349356"/>
              <a:gd name="connsiteX2" fmla="*/ 3729998 w 3729998"/>
              <a:gd name="connsiteY2" fmla="*/ 2349356 h 2349356"/>
              <a:gd name="connsiteX3" fmla="*/ 0 w 3729998"/>
              <a:gd name="connsiteY3" fmla="*/ 2349356 h 234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998" h="2349356" extrusionOk="0">
                <a:moveTo>
                  <a:pt x="0" y="0"/>
                </a:moveTo>
                <a:lnTo>
                  <a:pt x="3729998" y="0"/>
                </a:lnTo>
                <a:lnTo>
                  <a:pt x="3729998" y="2349356"/>
                </a:lnTo>
                <a:lnTo>
                  <a:pt x="0" y="2349356"/>
                </a:lnTo>
                <a:close/>
              </a:path>
            </a:pathLst>
          </a:custGeom>
          <a:solidFill>
            <a:schemeClr val="accent6"/>
          </a:solidFill>
          <a:effectLst>
            <a:innerShdw blurRad="127000">
              <a:prstClr val="black">
                <a:alpha val="30000"/>
              </a:prstClr>
            </a:innerShdw>
          </a:effectLst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>
              <a:defRPr/>
            </a:pPr>
            <a:r>
              <a:rPr lang="ru-RU"/>
              <a:t>Вставить изображение</a:t>
            </a:r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3" name="Rectangle 112"/>
          <p:cNvSpPr/>
          <p:nvPr userDrawn="1"/>
        </p:nvSpPr>
        <p:spPr bwMode="auto">
          <a:xfrm>
            <a:off x="8700189" y="11520"/>
            <a:ext cx="4291596" cy="7968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352744" y="5410269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7573371" y="5624555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11362658" y="2026990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4"/>
          </p:nvPr>
        </p:nvSpPr>
        <p:spPr bwMode="auto">
          <a:xfrm>
            <a:off x="11583285" y="2241275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15392950" y="-14660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5"/>
          </p:nvPr>
        </p:nvSpPr>
        <p:spPr bwMode="auto">
          <a:xfrm>
            <a:off x="15613577" y="-125173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: Rounded Corners 5"/>
          <p:cNvSpPr/>
          <p:nvPr userDrawn="1"/>
        </p:nvSpPr>
        <p:spPr bwMode="auto">
          <a:xfrm>
            <a:off x="11310047" y="5643658"/>
            <a:ext cx="3410403" cy="3427507"/>
          </a:xfrm>
          <a:prstGeom prst="roundRect">
            <a:avLst>
              <a:gd name="adj" fmla="val 945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9" name="Rectangle: Rounded Corners 5"/>
          <p:cNvSpPr/>
          <p:nvPr userDrawn="1"/>
        </p:nvSpPr>
        <p:spPr bwMode="auto">
          <a:xfrm>
            <a:off x="11310047" y="2088982"/>
            <a:ext cx="3410403" cy="3427507"/>
          </a:xfrm>
          <a:prstGeom prst="roundRect">
            <a:avLst>
              <a:gd name="adj" fmla="val 9455"/>
            </a:avLst>
          </a:prstGeom>
          <a:solidFill>
            <a:schemeClr val="accent3"/>
          </a:solidFill>
          <a:ln>
            <a:noFill/>
          </a:ln>
          <a:effectLst>
            <a:outerShdw blurRad="838200" dist="381000" dir="5400000" sx="95000" sy="95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7282744" y="1427270"/>
            <a:ext cx="4131146" cy="8457709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7546843" y="1683779"/>
            <a:ext cx="3602948" cy="7944690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5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9899650" y="2"/>
            <a:ext cx="9899650" cy="11160125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 extrusionOk="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noFill/>
          <a:effectLst/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en-US"/>
              <a:t>Image Placeholder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" name="Рисунок 91"/>
          <p:cNvSpPr>
            <a:spLocks noGrp="1"/>
          </p:cNvSpPr>
          <p:nvPr>
            <p:ph type="pic" sz="quarter" idx="21"/>
          </p:nvPr>
        </p:nvSpPr>
        <p:spPr bwMode="auto">
          <a:xfrm>
            <a:off x="5609830" y="7961429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8" name="Рисунок 91"/>
          <p:cNvSpPr>
            <a:spLocks noGrp="1"/>
          </p:cNvSpPr>
          <p:nvPr>
            <p:ph type="pic" sz="quarter" idx="22"/>
          </p:nvPr>
        </p:nvSpPr>
        <p:spPr bwMode="auto">
          <a:xfrm>
            <a:off x="4362352" y="5629177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9" name="Рисунок 91"/>
          <p:cNvSpPr>
            <a:spLocks noGrp="1"/>
          </p:cNvSpPr>
          <p:nvPr>
            <p:ph type="pic" sz="quarter" idx="23"/>
          </p:nvPr>
        </p:nvSpPr>
        <p:spPr bwMode="auto">
          <a:xfrm>
            <a:off x="5598245" y="3134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Рисунок 91"/>
          <p:cNvSpPr>
            <a:spLocks noGrp="1"/>
          </p:cNvSpPr>
          <p:nvPr>
            <p:ph type="pic" sz="quarter" idx="24"/>
          </p:nvPr>
        </p:nvSpPr>
        <p:spPr bwMode="auto">
          <a:xfrm>
            <a:off x="13921684" y="5630233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1" name="Рисунок 91"/>
          <p:cNvSpPr>
            <a:spLocks noGrp="1"/>
          </p:cNvSpPr>
          <p:nvPr>
            <p:ph type="pic" sz="quarter" idx="25"/>
          </p:nvPr>
        </p:nvSpPr>
        <p:spPr bwMode="auto">
          <a:xfrm>
            <a:off x="12544720" y="3135540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2" name="Рисунок 91"/>
          <p:cNvSpPr>
            <a:spLocks noGrp="1"/>
          </p:cNvSpPr>
          <p:nvPr>
            <p:ph type="pic" sz="quarter" idx="26"/>
          </p:nvPr>
        </p:nvSpPr>
        <p:spPr bwMode="auto">
          <a:xfrm>
            <a:off x="12556302" y="7962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4111862" y="3134481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1750"/>
            </a:lvl1pPr>
            <a:lvl2pPr marL="914219" indent="-171416">
              <a:buFontTx/>
              <a:defRPr sz="1750"/>
            </a:lvl2pPr>
            <a:lvl3pPr marL="1688192" indent="-202584">
              <a:buFontTx/>
              <a:defRPr sz="1750"/>
            </a:lvl3pPr>
            <a:lvl4pPr marL="2458939" indent="-230524">
              <a:buFontTx/>
              <a:defRPr sz="1750"/>
            </a:lvl4pPr>
            <a:lvl5pPr marL="3201744" indent="-230524">
              <a:buFontTx/>
              <a:defRPr sz="1750"/>
            </a:lvl5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64" name="Текст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5447895" y="5582374"/>
            <a:ext cx="3587374" cy="1473098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 выполнить важные задания по разработке</a:t>
            </a:r>
          </a:p>
        </p:txBody>
      </p:sp>
      <p:sp>
        <p:nvSpPr>
          <p:cNvPr id="765" name="Текст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11862" y="7961162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66" name="Текст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124962" y="3134481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 кадров позволяет</a:t>
            </a:r>
          </a:p>
        </p:txBody>
      </p:sp>
      <p:sp>
        <p:nvSpPr>
          <p:cNvPr id="767" name="Текст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18034" y="5631524"/>
            <a:ext cx="3553995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и место обучения кадров позволяет</a:t>
            </a:r>
          </a:p>
        </p:txBody>
      </p:sp>
      <p:sp>
        <p:nvSpPr>
          <p:cNvPr id="768" name="Текст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124962" y="7961235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 кадров позволяет</a:t>
            </a:r>
          </a:p>
        </p:txBody>
      </p:sp>
      <p:sp>
        <p:nvSpPr>
          <p:cNvPr id="769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 bwMode="auto"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7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8_Пользовательский макет">
    <p:bg>
      <p:bgPr>
        <a:solidFill>
          <a:srgbClr val="FFFFFF">
            <a:alpha val="77000"/>
          </a:srgbClr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Grp="1"/>
          </p:cNvSpPr>
          <p:nvPr>
            <p:ph type="pic" sz="quarter" idx="10"/>
          </p:nvPr>
        </p:nvSpPr>
        <p:spPr bwMode="auto">
          <a:xfrm>
            <a:off x="6432884" y="0"/>
            <a:ext cx="6858000" cy="11160125"/>
          </a:xfrm>
          <a:custGeom>
            <a:avLst/>
            <a:gdLst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5958011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5958011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7145127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7145127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48126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11133093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16098"/>
              <a:gd name="connsiteY0" fmla="*/ 1230189 h 11160125"/>
              <a:gd name="connsiteX1" fmla="*/ 0 w 7216098"/>
              <a:gd name="connsiteY1" fmla="*/ 0 h 11160125"/>
              <a:gd name="connsiteX2" fmla="*/ 7216098 w 7216098"/>
              <a:gd name="connsiteY2" fmla="*/ 5542 h 11160125"/>
              <a:gd name="connsiteX3" fmla="*/ 7209295 w 7216098"/>
              <a:gd name="connsiteY3" fmla="*/ 1230189 h 11160125"/>
              <a:gd name="connsiteX4" fmla="*/ 7209295 w 7216098"/>
              <a:gd name="connsiteY4" fmla="*/ 11133093 h 11160125"/>
              <a:gd name="connsiteX5" fmla="*/ 5979106 w 7216098"/>
              <a:gd name="connsiteY5" fmla="*/ 11160125 h 11160125"/>
              <a:gd name="connsiteX6" fmla="*/ 1251284 w 7216098"/>
              <a:gd name="connsiteY6" fmla="*/ 11160125 h 11160125"/>
              <a:gd name="connsiteX7" fmla="*/ 21095 w 7216098"/>
              <a:gd name="connsiteY7" fmla="*/ 9929936 h 11160125"/>
              <a:gd name="connsiteX8" fmla="*/ 21095 w 7216098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239709 w 7204523"/>
              <a:gd name="connsiteY6" fmla="*/ 11160125 h 11160125"/>
              <a:gd name="connsiteX7" fmla="*/ 9520 w 7204523"/>
              <a:gd name="connsiteY7" fmla="*/ 9929936 h 11160125"/>
              <a:gd name="connsiteX8" fmla="*/ 9520 w 7204523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568321 w 7204523"/>
              <a:gd name="connsiteY6" fmla="*/ 11160125 h 11160125"/>
              <a:gd name="connsiteX7" fmla="*/ 9520 w 7204523"/>
              <a:gd name="connsiteY7" fmla="*/ 9929936 h 11160125"/>
              <a:gd name="connsiteX8" fmla="*/ 9520 w 7204523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568321 w 7204523"/>
              <a:gd name="connsiteY6" fmla="*/ 11160125 h 11160125"/>
              <a:gd name="connsiteX7" fmla="*/ 9520 w 7204523"/>
              <a:gd name="connsiteY7" fmla="*/ 9712059 h 11160125"/>
              <a:gd name="connsiteX8" fmla="*/ 9520 w 7204523"/>
              <a:gd name="connsiteY8" fmla="*/ 1230189 h 11160125"/>
              <a:gd name="connsiteX0" fmla="*/ 14288 w 7209291"/>
              <a:gd name="connsiteY0" fmla="*/ 1230189 h 11160125"/>
              <a:gd name="connsiteX1" fmla="*/ 4768 w 7209291"/>
              <a:gd name="connsiteY1" fmla="*/ 0 h 11160125"/>
              <a:gd name="connsiteX2" fmla="*/ 7209291 w 7209291"/>
              <a:gd name="connsiteY2" fmla="*/ 5542 h 11160125"/>
              <a:gd name="connsiteX3" fmla="*/ 7202488 w 7209291"/>
              <a:gd name="connsiteY3" fmla="*/ 1230189 h 11160125"/>
              <a:gd name="connsiteX4" fmla="*/ 7202488 w 7209291"/>
              <a:gd name="connsiteY4" fmla="*/ 11133093 h 11160125"/>
              <a:gd name="connsiteX5" fmla="*/ 5972299 w 7209291"/>
              <a:gd name="connsiteY5" fmla="*/ 11160125 h 11160125"/>
              <a:gd name="connsiteX6" fmla="*/ 1573089 w 7209291"/>
              <a:gd name="connsiteY6" fmla="*/ 11160125 h 11160125"/>
              <a:gd name="connsiteX7" fmla="*/ 0 w 7209291"/>
              <a:gd name="connsiteY7" fmla="*/ 9260743 h 11160125"/>
              <a:gd name="connsiteX8" fmla="*/ 14288 w 7209291"/>
              <a:gd name="connsiteY8" fmla="*/ 1230189 h 11160125"/>
              <a:gd name="connsiteX0" fmla="*/ 14454 w 7209457"/>
              <a:gd name="connsiteY0" fmla="*/ 1230189 h 11160125"/>
              <a:gd name="connsiteX1" fmla="*/ 4934 w 7209457"/>
              <a:gd name="connsiteY1" fmla="*/ 0 h 11160125"/>
              <a:gd name="connsiteX2" fmla="*/ 7209457 w 7209457"/>
              <a:gd name="connsiteY2" fmla="*/ 5542 h 11160125"/>
              <a:gd name="connsiteX3" fmla="*/ 7202654 w 7209457"/>
              <a:gd name="connsiteY3" fmla="*/ 1230189 h 11160125"/>
              <a:gd name="connsiteX4" fmla="*/ 7202654 w 7209457"/>
              <a:gd name="connsiteY4" fmla="*/ 11133093 h 11160125"/>
              <a:gd name="connsiteX5" fmla="*/ 5972465 w 7209457"/>
              <a:gd name="connsiteY5" fmla="*/ 11160125 h 11160125"/>
              <a:gd name="connsiteX6" fmla="*/ 1573255 w 7209457"/>
              <a:gd name="connsiteY6" fmla="*/ 11160125 h 11160125"/>
              <a:gd name="connsiteX7" fmla="*/ 166 w 7209457"/>
              <a:gd name="connsiteY7" fmla="*/ 9260743 h 11160125"/>
              <a:gd name="connsiteX8" fmla="*/ 14454 w 7209457"/>
              <a:gd name="connsiteY8" fmla="*/ 1230189 h 1116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09457" h="11160125" extrusionOk="0">
                <a:moveTo>
                  <a:pt x="14454" y="1230189"/>
                </a:moveTo>
                <a:cubicBezTo>
                  <a:pt x="11281" y="820126"/>
                  <a:pt x="8107" y="410063"/>
                  <a:pt x="4934" y="0"/>
                </a:cubicBezTo>
                <a:lnTo>
                  <a:pt x="7209457" y="5542"/>
                </a:lnTo>
                <a:cubicBezTo>
                  <a:pt x="7207189" y="413758"/>
                  <a:pt x="7204922" y="821973"/>
                  <a:pt x="7202654" y="1230189"/>
                </a:cubicBezTo>
                <a:lnTo>
                  <a:pt x="7202654" y="11133093"/>
                </a:lnTo>
                <a:lnTo>
                  <a:pt x="5972465" y="11160125"/>
                </a:lnTo>
                <a:lnTo>
                  <a:pt x="1573255" y="11160125"/>
                </a:lnTo>
                <a:cubicBezTo>
                  <a:pt x="893840" y="11160125"/>
                  <a:pt x="-14121" y="10562662"/>
                  <a:pt x="166" y="9260743"/>
                </a:cubicBezTo>
                <a:cubicBezTo>
                  <a:pt x="14453" y="7958824"/>
                  <a:pt x="9691" y="3907040"/>
                  <a:pt x="14454" y="1230189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лайд с заполнителем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dirty="0"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9A7F4F8-E18D-8C2D-13F5-8B907C9098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380339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orient="horz" pos="86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2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895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3" r:id="rId44"/>
    <p:sldLayoutId id="2147483694" r:id="rId45"/>
    <p:sldLayoutId id="2147483695" r:id="rId46"/>
    <p:sldLayoutId id="2147483696" r:id="rId47"/>
    <p:sldLayoutId id="2147483697" r:id="rId48"/>
    <p:sldLayoutId id="2147483698" r:id="rId49"/>
    <p:sldLayoutId id="2147483699" r:id="rId50"/>
    <p:sldLayoutId id="2147483700" r:id="rId51"/>
    <p:sldLayoutId id="2147483701" r:id="rId52"/>
    <p:sldLayoutId id="2147483702" r:id="rId53"/>
    <p:sldLayoutId id="2147483703" r:id="rId54"/>
    <p:sldLayoutId id="2147483704" r:id="rId55"/>
    <p:sldLayoutId id="2147483705" r:id="rId56"/>
    <p:sldLayoutId id="2147483706" r:id="rId57"/>
    <p:sldLayoutId id="2147483707" r:id="rId58"/>
    <p:sldLayoutId id="2147483708" r:id="rId59"/>
    <p:sldLayoutId id="2147483709" r:id="rId60"/>
    <p:sldLayoutId id="2147483710" r:id="rId61"/>
    <p:sldLayoutId id="2147483711" r:id="rId62"/>
    <p:sldLayoutId id="2147483712" r:id="rId63"/>
    <p:sldLayoutId id="2147483713" r:id="rId64"/>
    <p:sldLayoutId id="2147483714" r:id="rId65"/>
    <p:sldLayoutId id="2147483715" r:id="rId66"/>
    <p:sldLayoutId id="2147483716" r:id="rId67"/>
    <p:sldLayoutId id="2147483717" r:id="rId68"/>
    <p:sldLayoutId id="2147483718" r:id="rId69"/>
    <p:sldLayoutId id="2147483719" r:id="rId70"/>
    <p:sldLayoutId id="2147483720" r:id="rId71"/>
    <p:sldLayoutId id="2147483721" r:id="rId72"/>
    <p:sldLayoutId id="2147483722" r:id="rId73"/>
    <p:sldLayoutId id="2147483723" r:id="rId74"/>
    <p:sldLayoutId id="2147483724" r:id="rId75"/>
    <p:sldLayoutId id="2147483725" r:id="rId76"/>
    <p:sldLayoutId id="2147483727" r:id="rId77"/>
  </p:sldLayoutIdLst>
  <p:hf hdr="0" ftr="0" dt="0"/>
  <p:txStyles>
    <p:titleStyle>
      <a:lvl1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titleStyle>
    <p:bodyStyle>
      <a:lvl1pPr marL="0" marR="0" indent="0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None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708566" marR="0" indent="-438064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1417132" marR="0" indent="-517712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2125697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3560341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4303145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5045952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5788754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6531561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bodyStyle>
    <p:otherStyle>
      <a:lvl1pPr marL="0" marR="0" indent="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44993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89988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1349818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179975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224969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269963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314957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359951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Уровень текста 1…"/>
          <p:cNvSpPr txBox="1"/>
          <p:nvPr/>
        </p:nvSpPr>
        <p:spPr bwMode="auto">
          <a:xfrm>
            <a:off x="719138" y="7390806"/>
            <a:ext cx="8618962" cy="1891093"/>
          </a:xfrm>
          <a:prstGeom prst="rect">
            <a:avLst/>
          </a:prstGeom>
        </p:spPr>
        <p:txBody>
          <a:bodyPr lIns="36000" tIns="36000" rIns="36000" bIns="36000" anchor="b">
            <a:noAutofit/>
          </a:bodyPr>
          <a:lstStyle>
            <a:lvl1pPr marL="0" marR="0" indent="0" algn="l" defTabSz="45720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54791" marR="0" indent="0" algn="l" defTabSz="45720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100000"/>
              <a:buFontTx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509583" marR="0" indent="0" algn="l" defTabSz="45720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100000"/>
              <a:buFontTx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863001" marR="0" indent="-598627" algn="l" defTabSz="45720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100000"/>
              <a:buFontTx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4" marR="0" indent="-598628" algn="l" defTabSz="45720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100000"/>
              <a:buFontTx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5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7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8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7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en-US" sz="6000" b="1" dirty="0" err="1"/>
              <a:t>Семинар</a:t>
            </a:r>
            <a:r>
              <a:rPr lang="en-US" sz="6000" b="1" dirty="0"/>
              <a:t> </a:t>
            </a:r>
            <a:r>
              <a:rPr lang="ru-RU" sz="6000" b="1" dirty="0"/>
              <a:t>3</a:t>
            </a:r>
            <a:endParaRPr dirty="0"/>
          </a:p>
        </p:txBody>
      </p:sp>
      <p:sp>
        <p:nvSpPr>
          <p:cNvPr id="10" name="Текст 2"/>
          <p:cNvSpPr txBox="1"/>
          <p:nvPr/>
        </p:nvSpPr>
        <p:spPr bwMode="auto">
          <a:xfrm>
            <a:off x="719138" y="9766012"/>
            <a:ext cx="8512200" cy="674976"/>
          </a:xfrm>
          <a:prstGeom prst="rect">
            <a:avLst/>
          </a:prstGeom>
        </p:spPr>
        <p:txBody>
          <a:bodyPr lIns="36000" tIns="36000" rIns="36000" bIns="36000" anchor="t" anchorCtr="0">
            <a:noAutofit/>
          </a:bodyPr>
          <a:lstStyle>
            <a:lvl1pPr marL="0" marR="0" indent="12715" algn="l" defTabSz="45720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0">
                <a:solidFill>
                  <a:srgbClr val="282828"/>
                </a:solidFill>
                <a:latin typeface="Tinkoff Sans"/>
                <a:ea typeface="Tinkoff Sans"/>
                <a:cs typeface="Tinkoff Sans"/>
              </a:defRPr>
            </a:lvl1pPr>
            <a:lvl2pPr marL="1199924" marR="0" indent="-445133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2035650" marR="0" indent="-526067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863001" marR="0" indent="-598627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4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5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7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8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7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800" dirty="0"/>
              <a:t>SOLID. </a:t>
            </a:r>
            <a:r>
              <a:rPr lang="ru-RU" sz="2800" dirty="0"/>
              <a:t>Абстрактные классы и интерфейсы</a:t>
            </a:r>
            <a:endParaRPr dirty="0"/>
          </a:p>
        </p:txBody>
      </p:sp>
      <p:pic>
        <p:nvPicPr>
          <p:cNvPr id="3" name="Рисунок 2"/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3762" r="12200" b="21918"/>
          <a:stretch/>
        </p:blipFill>
        <p:spPr bwMode="auto">
          <a:xfrm>
            <a:off x="9899650" y="514350"/>
            <a:ext cx="9898908" cy="1044098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7A4EADE-0FAE-519B-9D49-44C55957C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" y="222713"/>
            <a:ext cx="4057650" cy="19332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E7B6C-6468-35D9-0DC6-F33D2C5C7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255BA027-AB0E-15C2-8DFA-DC8BC1C8D50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</a:t>
            </a:fld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A381EE-25DB-1BA8-3539-BF1749484A73}"/>
              </a:ext>
            </a:extLst>
          </p:cNvPr>
          <p:cNvSpPr txBox="1"/>
          <p:nvPr/>
        </p:nvSpPr>
        <p:spPr>
          <a:xfrm>
            <a:off x="1366838" y="1259821"/>
            <a:ext cx="6565582" cy="7686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5400" dirty="0">
                <a:solidFill>
                  <a:schemeClr val="bg1"/>
                </a:solidFill>
              </a:rPr>
              <a:t>Перед практикой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4D2897-8A4E-D2A6-4C54-6122B5D6A681}"/>
              </a:ext>
            </a:extLst>
          </p:cNvPr>
          <p:cNvSpPr txBox="1"/>
          <p:nvPr/>
        </p:nvSpPr>
        <p:spPr>
          <a:xfrm>
            <a:off x="1366838" y="2743559"/>
            <a:ext cx="14584362" cy="6032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Забираем все изменения из удаленного репозитория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 Тут не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main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а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MASTER.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2C300A6-4B01-8670-85F6-2D4210082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838" y="3657600"/>
            <a:ext cx="8017248" cy="134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2141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67C33-D8C9-9F2E-6C27-0CF39BA48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B7B30838-AA60-A841-3373-C774C52A42F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</a:t>
            </a:fld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5F413-4F74-F5DA-518C-BE4A3AF7AB69}"/>
              </a:ext>
            </a:extLst>
          </p:cNvPr>
          <p:cNvSpPr txBox="1"/>
          <p:nvPr/>
        </p:nvSpPr>
        <p:spPr>
          <a:xfrm>
            <a:off x="1366838" y="1259821"/>
            <a:ext cx="6565582" cy="7686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5400" dirty="0">
                <a:solidFill>
                  <a:schemeClr val="bg1"/>
                </a:solidFill>
              </a:rPr>
              <a:t>Перед практикой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60D41A-BEB8-FEF0-601D-24F7510C1E12}"/>
              </a:ext>
            </a:extLst>
          </p:cNvPr>
          <p:cNvSpPr txBox="1"/>
          <p:nvPr/>
        </p:nvSpPr>
        <p:spPr>
          <a:xfrm>
            <a:off x="1366837" y="2743559"/>
            <a:ext cx="13548375" cy="6032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Забираем все изменения из удаленного репозитория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 Тут не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main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а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MASTER.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C1BE86-AC2F-9B88-4B68-82E131BAB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838" y="3657600"/>
            <a:ext cx="8017248" cy="13484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0D2A9D-C0D0-2A83-2995-D8F3DF392032}"/>
              </a:ext>
            </a:extLst>
          </p:cNvPr>
          <p:cNvSpPr txBox="1"/>
          <p:nvPr/>
        </p:nvSpPr>
        <p:spPr>
          <a:xfrm>
            <a:off x="1366838" y="5852482"/>
            <a:ext cx="9333588" cy="6032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При конфликтах нажимаем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“Accept Yours”</a:t>
            </a:r>
            <a:endParaRPr lang="ru-RU" dirty="0">
              <a:solidFill>
                <a:schemeClr val="bg2">
                  <a:lumMod val="75000"/>
                </a:schemeClr>
              </a:solidFill>
              <a:latin typeface="Tinkoff Sans" panose="02000506050000020004" pitchFamily="2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9E1A8E-AD13-5E23-C2B0-BD1DFD821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262" y="6704594"/>
            <a:ext cx="7772400" cy="282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14892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44528A2-55DD-8C06-A803-EDC5054E950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2468DD37-DE87-1F6A-C82A-646420CE4804}"/>
              </a:ext>
            </a:extLst>
          </p:cNvPr>
          <p:cNvSpPr/>
          <p:nvPr/>
        </p:nvSpPr>
        <p:spPr bwMode="auto">
          <a:xfrm rot="10799956">
            <a:off x="18" y="-6779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50F35D26-5355-A6AC-E70E-AF54121D945B}"/>
              </a:ext>
            </a:extLst>
          </p:cNvPr>
          <p:cNvSpPr txBox="1"/>
          <p:nvPr/>
        </p:nvSpPr>
        <p:spPr bwMode="auto">
          <a:xfrm>
            <a:off x="1138094" y="990740"/>
            <a:ext cx="650824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План семинара 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8404A0A3-DB62-1545-4566-D6D5E4B7A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4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C49D26-1EF1-EF5E-28CC-764DE8DC40CD}"/>
              </a:ext>
            </a:extLst>
          </p:cNvPr>
          <p:cNvSpPr txBox="1"/>
          <p:nvPr/>
        </p:nvSpPr>
        <p:spPr>
          <a:xfrm>
            <a:off x="566062" y="3981927"/>
            <a:ext cx="9333588" cy="6032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1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Делимся по группы на 3 человека (рандомно)</a:t>
            </a:r>
          </a:p>
        </p:txBody>
      </p:sp>
    </p:spTree>
    <p:extLst>
      <p:ext uri="{BB962C8B-B14F-4D97-AF65-F5344CB8AC3E}">
        <p14:creationId xmlns:p14="http://schemas.microsoft.com/office/powerpoint/2010/main" val="319999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45D8B56-D508-A6BE-C362-49F221F52F8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34BE79AE-B883-9C50-B738-A36D56C384BB}"/>
              </a:ext>
            </a:extLst>
          </p:cNvPr>
          <p:cNvSpPr/>
          <p:nvPr/>
        </p:nvSpPr>
        <p:spPr bwMode="auto">
          <a:xfrm rot="10799956">
            <a:off x="18" y="-6779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0A54CB0A-CACA-80CF-CE92-A540C92877A4}"/>
              </a:ext>
            </a:extLst>
          </p:cNvPr>
          <p:cNvSpPr txBox="1"/>
          <p:nvPr/>
        </p:nvSpPr>
        <p:spPr bwMode="auto">
          <a:xfrm>
            <a:off x="1138094" y="990740"/>
            <a:ext cx="650824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План семинара 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D0E7D2DD-9F05-28F9-F69B-1F947F16D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5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CA5B83-DE6D-9500-62A3-2A990D48B613}"/>
              </a:ext>
            </a:extLst>
          </p:cNvPr>
          <p:cNvSpPr txBox="1"/>
          <p:nvPr/>
        </p:nvSpPr>
        <p:spPr>
          <a:xfrm>
            <a:off x="566062" y="3981927"/>
            <a:ext cx="9333588" cy="14742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 marL="514350" indent="-514350">
              <a:lnSpc>
                <a:spcPct val="130000"/>
              </a:lnSpc>
              <a:spcAft>
                <a:spcPts val="1800"/>
              </a:spcAft>
              <a:buAutoNum type="arabicPeriod"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Делимся по группы на 3 человека (рандомно)</a:t>
            </a:r>
          </a:p>
          <a:p>
            <a:pPr marL="514350" indent="-514350">
              <a:lnSpc>
                <a:spcPct val="130000"/>
              </a:lnSpc>
              <a:spcAft>
                <a:spcPts val="1800"/>
              </a:spcAft>
              <a:buAutoNum type="arabicPeriod"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Выполняем задание</a:t>
            </a:r>
          </a:p>
        </p:txBody>
      </p:sp>
    </p:spTree>
    <p:extLst>
      <p:ext uri="{BB962C8B-B14F-4D97-AF65-F5344CB8AC3E}">
        <p14:creationId xmlns:p14="http://schemas.microsoft.com/office/powerpoint/2010/main" val="1786636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647AD5F-DED6-EB30-44D2-A4059046F4C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9490C3E8-B409-FFF1-B335-4F2A3B635916}"/>
              </a:ext>
            </a:extLst>
          </p:cNvPr>
          <p:cNvSpPr/>
          <p:nvPr/>
        </p:nvSpPr>
        <p:spPr bwMode="auto">
          <a:xfrm rot="10799956">
            <a:off x="18" y="-6779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ECCA4579-9367-F870-C2E7-1D7278763DA0}"/>
              </a:ext>
            </a:extLst>
          </p:cNvPr>
          <p:cNvSpPr txBox="1"/>
          <p:nvPr/>
        </p:nvSpPr>
        <p:spPr bwMode="auto">
          <a:xfrm>
            <a:off x="1138094" y="990740"/>
            <a:ext cx="650824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План семинара 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CB0B7489-C302-70BB-74B6-47A814E49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6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04D1AA-DE1B-95E1-467D-763FA938E3BE}"/>
              </a:ext>
            </a:extLst>
          </p:cNvPr>
          <p:cNvSpPr txBox="1"/>
          <p:nvPr/>
        </p:nvSpPr>
        <p:spPr>
          <a:xfrm>
            <a:off x="566062" y="3981927"/>
            <a:ext cx="9333588" cy="14742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 marL="514350" indent="-514350">
              <a:lnSpc>
                <a:spcPct val="130000"/>
              </a:lnSpc>
              <a:spcAft>
                <a:spcPts val="1800"/>
              </a:spcAft>
              <a:buAutoNum type="arabicPeriod"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Делимся по группы на 3 человека (рандомно)</a:t>
            </a:r>
          </a:p>
          <a:p>
            <a:pPr marL="514350" indent="-514350">
              <a:lnSpc>
                <a:spcPct val="130000"/>
              </a:lnSpc>
              <a:spcAft>
                <a:spcPts val="1800"/>
              </a:spcAft>
              <a:buAutoNum type="arabicPeriod"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Выполняем задание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38BD0-DB9C-8209-E19A-E0A9AA7EE0C3}"/>
              </a:ext>
            </a:extLst>
          </p:cNvPr>
          <p:cNvSpPr txBox="1"/>
          <p:nvPr/>
        </p:nvSpPr>
        <p:spPr bwMode="auto">
          <a:xfrm>
            <a:off x="1138094" y="5716630"/>
            <a:ext cx="9333588" cy="6032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2.1.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Знакомимся (5-7 минут)</a:t>
            </a:r>
          </a:p>
        </p:txBody>
      </p:sp>
    </p:spTree>
    <p:extLst>
      <p:ext uri="{BB962C8B-B14F-4D97-AF65-F5344CB8AC3E}">
        <p14:creationId xmlns:p14="http://schemas.microsoft.com/office/powerpoint/2010/main" val="2468379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346CE3C-1014-209B-8588-C792937C930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33FE86B2-8427-091A-C34E-E9D940A53936}"/>
              </a:ext>
            </a:extLst>
          </p:cNvPr>
          <p:cNvSpPr/>
          <p:nvPr/>
        </p:nvSpPr>
        <p:spPr bwMode="auto">
          <a:xfrm rot="10799956">
            <a:off x="18" y="-6779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816B5B48-F169-24BA-77DE-0E5FE78CE5CD}"/>
              </a:ext>
            </a:extLst>
          </p:cNvPr>
          <p:cNvSpPr txBox="1"/>
          <p:nvPr/>
        </p:nvSpPr>
        <p:spPr bwMode="auto">
          <a:xfrm>
            <a:off x="1138094" y="990740"/>
            <a:ext cx="650824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План семинара 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D1706F83-A246-27A3-102B-6A5558D31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7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C48421-9DA2-8A1B-5349-174E6BFC9A8F}"/>
              </a:ext>
            </a:extLst>
          </p:cNvPr>
          <p:cNvSpPr txBox="1"/>
          <p:nvPr/>
        </p:nvSpPr>
        <p:spPr>
          <a:xfrm>
            <a:off x="566062" y="3981927"/>
            <a:ext cx="9333588" cy="14742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 marL="514350" indent="-514350">
              <a:lnSpc>
                <a:spcPct val="130000"/>
              </a:lnSpc>
              <a:spcAft>
                <a:spcPts val="1800"/>
              </a:spcAft>
              <a:buAutoNum type="arabicPeriod"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Делимся по группы на 3 человека (рандомно)</a:t>
            </a:r>
          </a:p>
          <a:p>
            <a:pPr marL="514350" indent="-514350">
              <a:lnSpc>
                <a:spcPct val="130000"/>
              </a:lnSpc>
              <a:spcAft>
                <a:spcPts val="1800"/>
              </a:spcAft>
              <a:buAutoNum type="arabicPeriod"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Выполняем задание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2F0E6-67C3-279C-963A-743E3B4DAF80}"/>
              </a:ext>
            </a:extLst>
          </p:cNvPr>
          <p:cNvSpPr txBox="1"/>
          <p:nvPr/>
        </p:nvSpPr>
        <p:spPr bwMode="auto">
          <a:xfrm>
            <a:off x="1138094" y="5716630"/>
            <a:ext cx="9333588" cy="14742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2.1.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Знакомимся (5-7 минут)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2.2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 Решаем кейс (20 минут)</a:t>
            </a:r>
          </a:p>
        </p:txBody>
      </p:sp>
    </p:spTree>
    <p:extLst>
      <p:ext uri="{BB962C8B-B14F-4D97-AF65-F5344CB8AC3E}">
        <p14:creationId xmlns:p14="http://schemas.microsoft.com/office/powerpoint/2010/main" val="978018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585EE27-CB14-016C-EB81-AFE297F9994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5C05CC8E-0AFE-7629-533E-946F4D8B0139}"/>
              </a:ext>
            </a:extLst>
          </p:cNvPr>
          <p:cNvSpPr/>
          <p:nvPr/>
        </p:nvSpPr>
        <p:spPr bwMode="auto">
          <a:xfrm rot="10799956">
            <a:off x="18" y="-6779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6AB86BDD-3339-ACE7-A7CE-D8724B30E6BE}"/>
              </a:ext>
            </a:extLst>
          </p:cNvPr>
          <p:cNvSpPr txBox="1"/>
          <p:nvPr/>
        </p:nvSpPr>
        <p:spPr bwMode="auto">
          <a:xfrm>
            <a:off x="1138094" y="990740"/>
            <a:ext cx="650824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План семинара 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A313D8BD-7BDF-4AD2-9385-7C87D5FB5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8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BCDF16-E818-535A-0317-6EA5790C75FC}"/>
              </a:ext>
            </a:extLst>
          </p:cNvPr>
          <p:cNvSpPr txBox="1"/>
          <p:nvPr/>
        </p:nvSpPr>
        <p:spPr>
          <a:xfrm>
            <a:off x="566062" y="3981927"/>
            <a:ext cx="9333588" cy="14742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 marL="514350" indent="-514350">
              <a:lnSpc>
                <a:spcPct val="130000"/>
              </a:lnSpc>
              <a:spcAft>
                <a:spcPts val="1800"/>
              </a:spcAft>
              <a:buAutoNum type="arabicPeriod"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Делимся по группы на 3 человека (рандомно)</a:t>
            </a:r>
          </a:p>
          <a:p>
            <a:pPr marL="514350" indent="-514350">
              <a:lnSpc>
                <a:spcPct val="130000"/>
              </a:lnSpc>
              <a:spcAft>
                <a:spcPts val="1800"/>
              </a:spcAft>
              <a:buAutoNum type="arabicPeriod"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Выполняем задание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5391BB-74AB-E008-D831-DD76F4214F7A}"/>
              </a:ext>
            </a:extLst>
          </p:cNvPr>
          <p:cNvSpPr txBox="1"/>
          <p:nvPr/>
        </p:nvSpPr>
        <p:spPr bwMode="auto">
          <a:xfrm>
            <a:off x="1138094" y="5716630"/>
            <a:ext cx="9333588" cy="14742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2.1.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Знакомимся (5-7 минут)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2.2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 Решаем кейс (20 минут)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BDC44A-114C-6798-4BC2-1E812812C7DB}"/>
              </a:ext>
            </a:extLst>
          </p:cNvPr>
          <p:cNvSpPr txBox="1"/>
          <p:nvPr/>
        </p:nvSpPr>
        <p:spPr bwMode="auto">
          <a:xfrm>
            <a:off x="566062" y="7451333"/>
            <a:ext cx="9333588" cy="6032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3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Рассказываем про кейс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Даем обратную связь</a:t>
            </a:r>
          </a:p>
        </p:txBody>
      </p:sp>
    </p:spTree>
    <p:extLst>
      <p:ext uri="{BB962C8B-B14F-4D97-AF65-F5344CB8AC3E}">
        <p14:creationId xmlns:p14="http://schemas.microsoft.com/office/powerpoint/2010/main" val="1290886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6DD3375-4709-2521-1777-185BD31ADFE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428934" name="Заголовок 21">
            <a:extLst>
              <a:ext uri="{FF2B5EF4-FFF2-40B4-BE49-F238E27FC236}">
                <a16:creationId xmlns:a16="http://schemas.microsoft.com/office/drawing/2014/main" id="{BBDA8FEB-1781-E041-49C3-255996B367D7}"/>
              </a:ext>
            </a:extLst>
          </p:cNvPr>
          <p:cNvSpPr txBox="1"/>
          <p:nvPr/>
        </p:nvSpPr>
        <p:spPr bwMode="auto">
          <a:xfrm>
            <a:off x="1668690" y="4779378"/>
            <a:ext cx="16518168" cy="1408770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>
            <a:lvl1pPr marL="0" marR="0" indent="12713" algn="ctr" defTabSz="1509580">
              <a:lnSpc>
                <a:spcPct val="100000"/>
              </a:lnSpc>
              <a:spcBef>
                <a:spcPts val="98"/>
              </a:spcBef>
              <a:spcAft>
                <a:spcPts val="0"/>
              </a:spcAft>
              <a:buClrTx/>
              <a:buSzTx/>
              <a:buFontTx/>
              <a:buNone/>
              <a:defRPr sz="11000" b="0" i="0" u="none" strike="noStrike" cap="none" spc="0">
                <a:solidFill>
                  <a:srgbClr val="FFFFFF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0" algn="l" defTabSz="150958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0" algn="l" defTabSz="150958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0" algn="l" defTabSz="150958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0" algn="l" defTabSz="150958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0" algn="l" defTabSz="150958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0" algn="l" defTabSz="150958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0" algn="l" defTabSz="150958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0" algn="l" defTabSz="150958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lnSpc>
                <a:spcPts val="8998"/>
              </a:lnSpc>
              <a:defRPr/>
            </a:pPr>
            <a:r>
              <a:rPr lang="ru-RU" sz="8000" b="1" dirty="0">
                <a:solidFill>
                  <a:schemeClr val="tx1"/>
                </a:solidFill>
              </a:rPr>
              <a:t>Зачем это?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9219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C012EA2-27B3-4EDB-ADA8-6EA57B275FC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1A158B5D-57D6-2A8F-EBF8-CAE84F8E383D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7F29424D-EBF8-DEA5-C786-7CA212CE76E8}"/>
              </a:ext>
            </a:extLst>
          </p:cNvPr>
          <p:cNvSpPr txBox="1"/>
          <p:nvPr/>
        </p:nvSpPr>
        <p:spPr bwMode="auto">
          <a:xfrm>
            <a:off x="493074" y="529075"/>
            <a:ext cx="8213526" cy="191936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Почему такой формат это полезно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B7F1C1B0-2672-A559-E723-DBE9DF082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10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F3662D-C7EB-CBA3-C431-7C4DF79C2287}"/>
              </a:ext>
            </a:extLst>
          </p:cNvPr>
          <p:cNvSpPr txBox="1"/>
          <p:nvPr/>
        </p:nvSpPr>
        <p:spPr bwMode="auto">
          <a:xfrm>
            <a:off x="566062" y="3981927"/>
            <a:ext cx="15039698" cy="2345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 marL="514350" indent="-514350">
              <a:lnSpc>
                <a:spcPct val="130000"/>
              </a:lnSpc>
              <a:spcAft>
                <a:spcPts val="1800"/>
              </a:spcAft>
              <a:buAutoNum type="arabicPeriod"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Если вы знаете кто с вами в коллективе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,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вам будет проще проявляться</a:t>
            </a:r>
          </a:p>
          <a:p>
            <a:pPr marL="514350" indent="-514350">
              <a:lnSpc>
                <a:spcPct val="130000"/>
              </a:lnSpc>
              <a:spcAft>
                <a:spcPts val="1800"/>
              </a:spcAft>
              <a:buAutoNum type="arabicPeriod"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Командная работа маст </a:t>
            </a:r>
            <a:r>
              <a:rPr lang="ru-RU" dirty="0" err="1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хев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 </a:t>
            </a:r>
          </a:p>
          <a:p>
            <a:pPr marL="514350" indent="-514350">
              <a:lnSpc>
                <a:spcPct val="130000"/>
              </a:lnSpc>
              <a:spcAft>
                <a:spcPts val="1800"/>
              </a:spcAft>
              <a:buAutoNum type="arabicPeriod"/>
            </a:pPr>
            <a:endParaRPr lang="ru-RU" dirty="0">
              <a:solidFill>
                <a:schemeClr val="bg2">
                  <a:lumMod val="75000"/>
                </a:schemeClr>
              </a:solidFill>
              <a:latin typeface="Tinkoff Sans" panose="0200050605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266EDC-F191-9E87-4530-5D736007CE55}"/>
              </a:ext>
            </a:extLst>
          </p:cNvPr>
          <p:cNvSpPr txBox="1"/>
          <p:nvPr/>
        </p:nvSpPr>
        <p:spPr bwMode="auto">
          <a:xfrm>
            <a:off x="1138094" y="5716630"/>
            <a:ext cx="9333588" cy="32162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2.1.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Помогает вам не тянуть все одному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2.2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 Ускоряет ваше развитие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2.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3. Улучшает качество выбранных решений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endParaRPr lang="ru-RU" dirty="0">
              <a:solidFill>
                <a:schemeClr val="bg2">
                  <a:lumMod val="75000"/>
                </a:schemeClr>
              </a:solidFill>
              <a:latin typeface="Tinkoff Sans" panose="0200050605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FADFBE-B419-ABF5-BAA9-4A87FCA790A9}"/>
              </a:ext>
            </a:extLst>
          </p:cNvPr>
          <p:cNvSpPr txBox="1"/>
          <p:nvPr/>
        </p:nvSpPr>
        <p:spPr bwMode="auto">
          <a:xfrm>
            <a:off x="566062" y="8400527"/>
            <a:ext cx="15039698" cy="2345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 marL="514350" indent="-514350">
              <a:lnSpc>
                <a:spcPct val="130000"/>
              </a:lnSpc>
              <a:spcAft>
                <a:spcPts val="1800"/>
              </a:spcAft>
              <a:buAutoNum type="arabicPeriod" startAt="3"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Нужно учиться общаться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,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иначе в жизни будет тяжело</a:t>
            </a:r>
          </a:p>
          <a:p>
            <a:pPr marL="514350" indent="-514350">
              <a:lnSpc>
                <a:spcPct val="130000"/>
              </a:lnSpc>
              <a:spcAft>
                <a:spcPts val="1800"/>
              </a:spcAft>
              <a:buAutoNum type="arabicPeriod" startAt="3"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Нужно учиться слушать друг друга и высказывать свое мнение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endParaRPr lang="ru-RU" dirty="0">
              <a:solidFill>
                <a:schemeClr val="bg2">
                  <a:lumMod val="75000"/>
                </a:schemeClr>
              </a:solidFill>
              <a:latin typeface="Tinkoff Sans" panose="02000506050000020004" pitchFamily="2" charset="0"/>
            </a:endParaRPr>
          </a:p>
        </p:txBody>
      </p:sp>
      <p:pic>
        <p:nvPicPr>
          <p:cNvPr id="1026" name="Picture 2" descr="Friendship and Love Symbols – Royalty-Free Vector | VectorStock">
            <a:extLst>
              <a:ext uri="{FF2B5EF4-FFF2-40B4-BE49-F238E27FC236}">
                <a16:creationId xmlns:a16="http://schemas.microsoft.com/office/drawing/2014/main" id="{A70ACDF5-246D-1484-DB83-83989D5F82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070"/>
          <a:stretch>
            <a:fillRect/>
          </a:stretch>
        </p:blipFill>
        <p:spPr bwMode="auto">
          <a:xfrm>
            <a:off x="13283781" y="4268842"/>
            <a:ext cx="5522536" cy="530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272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33E3247-CC0A-7A97-1754-E301C64E03A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C035C186-968F-F795-7909-82175A89BD6A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EFDF8A7E-EBBA-D629-730E-5E2848D76113}"/>
              </a:ext>
            </a:extLst>
          </p:cNvPr>
          <p:cNvSpPr txBox="1"/>
          <p:nvPr/>
        </p:nvSpPr>
        <p:spPr bwMode="auto">
          <a:xfrm>
            <a:off x="986168" y="529075"/>
            <a:ext cx="6508248" cy="191936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Знакомство – 7 минут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235D73C6-949A-3FE6-3D22-57FD59774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11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551B34-919D-E8E1-70B0-B7766074438B}"/>
              </a:ext>
            </a:extLst>
          </p:cNvPr>
          <p:cNvSpPr txBox="1"/>
          <p:nvPr/>
        </p:nvSpPr>
        <p:spPr bwMode="auto">
          <a:xfrm>
            <a:off x="566062" y="3981927"/>
            <a:ext cx="9199714" cy="2754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Представьтесь и расскажите про себя что-нибудь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</a:t>
            </a:r>
            <a:b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</a:b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Поспрашивайте друг у друга о том кто где учился и что кому нравится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Короче социализируйтесь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</a:t>
            </a:r>
            <a:endParaRPr lang="ru-RU" dirty="0">
              <a:solidFill>
                <a:schemeClr val="bg2">
                  <a:lumMod val="75000"/>
                </a:schemeClr>
              </a:solidFill>
              <a:latin typeface="Tinkoff Sans" panose="02000506050000020004" pitchFamily="2" charset="0"/>
            </a:endParaRPr>
          </a:p>
        </p:txBody>
      </p:sp>
      <p:pic>
        <p:nvPicPr>
          <p:cNvPr id="1028" name="Picture 4" descr="Пин от пользователя verrrali на доске Быстрое сохранение | Дружба мемы,  Старые объявления, Смешные комплименты">
            <a:extLst>
              <a:ext uri="{FF2B5EF4-FFF2-40B4-BE49-F238E27FC236}">
                <a16:creationId xmlns:a16="http://schemas.microsoft.com/office/drawing/2014/main" id="{0313D19C-9645-67B1-1BCC-F4C50A1980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0"/>
          <a:stretch>
            <a:fillRect/>
          </a:stretch>
        </p:blipFill>
        <p:spPr bwMode="auto">
          <a:xfrm>
            <a:off x="11612238" y="2984351"/>
            <a:ext cx="6659886" cy="644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337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EA90A00-812F-4883-5189-55A9CEDDD9C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73C0F9BB-2080-562E-96B9-0AEC86CD24B0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2B90A236-8299-4649-4F58-1D57EDCFC6E6}"/>
              </a:ext>
            </a:extLst>
          </p:cNvPr>
          <p:cNvSpPr txBox="1"/>
          <p:nvPr/>
        </p:nvSpPr>
        <p:spPr bwMode="auto">
          <a:xfrm>
            <a:off x="986168" y="529075"/>
            <a:ext cx="7406718" cy="191936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Выполняем задание – 20-30 минут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F743AE11-8EA9-9784-488F-2F611BA87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12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202CB8-7002-6033-5E1F-E22F90AA4C19}"/>
              </a:ext>
            </a:extLst>
          </p:cNvPr>
          <p:cNvSpPr txBox="1"/>
          <p:nvPr/>
        </p:nvSpPr>
        <p:spPr bwMode="auto">
          <a:xfrm>
            <a:off x="566062" y="3981927"/>
            <a:ext cx="15039698" cy="68788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Правила общения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:</a:t>
            </a:r>
          </a:p>
          <a:p>
            <a:pPr marL="514350" indent="-514350">
              <a:lnSpc>
                <a:spcPct val="130000"/>
              </a:lnSpc>
              <a:spcAft>
                <a:spcPts val="1800"/>
              </a:spcAft>
              <a:buAutoNum type="arabicPeriod"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Мы слушаем </a:t>
            </a:r>
            <a:r>
              <a:rPr lang="ru-RU" b="1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ВСЕ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 точки зрения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 </a:t>
            </a:r>
            <a:b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</a:b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Вы не должны считать что ваша точка зрения самая лучшая и из-за этого даже не задумываясь </a:t>
            </a:r>
            <a:r>
              <a:rPr lang="ru-RU" dirty="0" err="1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скипать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 другие идеи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Всегда должна быть </a:t>
            </a:r>
            <a:r>
              <a:rPr lang="ru-RU" b="1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конструктивная оценка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</a:t>
            </a:r>
            <a:endParaRPr lang="ru-RU" dirty="0">
              <a:solidFill>
                <a:schemeClr val="bg2">
                  <a:lumMod val="75000"/>
                </a:schemeClr>
              </a:solidFill>
              <a:latin typeface="Tinkoff Sans" panose="02000506050000020004" pitchFamily="2" charset="0"/>
            </a:endParaRPr>
          </a:p>
          <a:p>
            <a:pPr marL="514350" indent="-514350">
              <a:lnSpc>
                <a:spcPct val="130000"/>
              </a:lnSpc>
              <a:spcAft>
                <a:spcPts val="1800"/>
              </a:spcAft>
              <a:buFontTx/>
              <a:buAutoNum type="arabicPeriod"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Если возникает спор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,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вы должны помнить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,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что работаете над общим решением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,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итог один для всех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Должна быть </a:t>
            </a:r>
            <a:r>
              <a:rPr lang="ru-RU" b="1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конструктивная оценка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</a:t>
            </a:r>
            <a:endParaRPr lang="ru-RU" dirty="0">
              <a:solidFill>
                <a:schemeClr val="bg2">
                  <a:lumMod val="75000"/>
                </a:schemeClr>
              </a:solidFill>
              <a:latin typeface="Tinkoff Sans" panose="02000506050000020004" pitchFamily="2" charset="0"/>
            </a:endParaRPr>
          </a:p>
          <a:p>
            <a:pPr marL="514350" indent="-514350">
              <a:lnSpc>
                <a:spcPct val="130000"/>
              </a:lnSpc>
              <a:spcAft>
                <a:spcPts val="1800"/>
              </a:spcAft>
              <a:buFontTx/>
              <a:buAutoNum type="arabicPeriod"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Помогайте друг другу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</a:t>
            </a:r>
          </a:p>
          <a:p>
            <a:pPr marL="514350" indent="-514350">
              <a:lnSpc>
                <a:spcPct val="130000"/>
              </a:lnSpc>
              <a:spcAft>
                <a:spcPts val="1800"/>
              </a:spcAft>
              <a:buFontTx/>
              <a:buAutoNum type="arabicPeriod"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Есть вопросы – поднимаете руку и я подхожу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</a:t>
            </a:r>
            <a:endParaRPr lang="ru-RU" dirty="0">
              <a:solidFill>
                <a:schemeClr val="bg2">
                  <a:lumMod val="75000"/>
                </a:schemeClr>
              </a:solidFill>
              <a:latin typeface="Tinkoff Sans" panose="02000506050000020004" pitchFamily="2" charset="0"/>
            </a:endParaRPr>
          </a:p>
          <a:p>
            <a:pPr marL="514350" indent="-514350">
              <a:lnSpc>
                <a:spcPct val="130000"/>
              </a:lnSpc>
              <a:spcAft>
                <a:spcPts val="1800"/>
              </a:spcAft>
              <a:buAutoNum type="arabicPeriod"/>
            </a:pPr>
            <a:endParaRPr lang="ru-RU" dirty="0">
              <a:solidFill>
                <a:schemeClr val="bg2">
                  <a:lumMod val="75000"/>
                </a:schemeClr>
              </a:solidFill>
              <a:latin typeface="Tinkoff Sans" panose="02000506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025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1E0D61F-64F4-2C13-F7BD-E25417DEF77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56E05D0D-2AB8-96B0-B7A8-99018EA168B6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6320EAEC-F052-321A-D596-3B773D8908F5}"/>
              </a:ext>
            </a:extLst>
          </p:cNvPr>
          <p:cNvSpPr txBox="1"/>
          <p:nvPr/>
        </p:nvSpPr>
        <p:spPr bwMode="auto">
          <a:xfrm>
            <a:off x="986168" y="529075"/>
            <a:ext cx="7406718" cy="191936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Рассказываем про свои решения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89732F9E-0D6E-57BA-00EA-8D607FA89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13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822A1C-C6D4-C2BA-756D-6C79FE7C7F59}"/>
              </a:ext>
            </a:extLst>
          </p:cNvPr>
          <p:cNvSpPr txBox="1"/>
          <p:nvPr/>
        </p:nvSpPr>
        <p:spPr bwMode="auto">
          <a:xfrm>
            <a:off x="873036" y="3654254"/>
            <a:ext cx="16663123" cy="385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Правила обратной связи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:</a:t>
            </a:r>
          </a:p>
          <a:p>
            <a:pPr marL="514350" indent="-514350">
              <a:lnSpc>
                <a:spcPct val="130000"/>
              </a:lnSpc>
              <a:spcAft>
                <a:spcPts val="1800"/>
              </a:spcAft>
              <a:buAutoNum type="arabicPeriod"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Не перебиваем</a:t>
            </a:r>
          </a:p>
          <a:p>
            <a:pPr marL="514350" indent="-514350">
              <a:lnSpc>
                <a:spcPct val="130000"/>
              </a:lnSpc>
              <a:spcAft>
                <a:spcPts val="1800"/>
              </a:spcAft>
              <a:buAutoNum type="arabicPeriod"/>
            </a:pP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Даем в формате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: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что сделано хорошо? Что можно улучшить? Всегда говорим </a:t>
            </a:r>
            <a:r>
              <a:rPr lang="ru-RU" b="1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ПОЧЕМУ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 </a:t>
            </a:r>
            <a:br>
              <a:rPr lang="en-US" b="1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</a:b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Должна быть </a:t>
            </a:r>
            <a:r>
              <a:rPr lang="ru-RU" b="1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конструктивная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 оценка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</a:t>
            </a:r>
            <a:endParaRPr lang="ru-RU" dirty="0">
              <a:solidFill>
                <a:schemeClr val="bg2">
                  <a:lumMod val="75000"/>
                </a:schemeClr>
              </a:solidFill>
              <a:latin typeface="Tinkoff Sans" panose="02000506050000020004" pitchFamily="2" charset="0"/>
            </a:endParaRPr>
          </a:p>
          <a:p>
            <a:pPr marL="514350" indent="-514350">
              <a:lnSpc>
                <a:spcPct val="130000"/>
              </a:lnSpc>
              <a:spcAft>
                <a:spcPts val="1800"/>
              </a:spcAft>
              <a:buAutoNum type="arabicPeriod"/>
            </a:pPr>
            <a:endParaRPr lang="ru-RU" dirty="0">
              <a:solidFill>
                <a:schemeClr val="bg2">
                  <a:lumMod val="75000"/>
                </a:schemeClr>
              </a:solidFill>
              <a:latin typeface="Tinkoff Sans" panose="02000506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390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910847E-CAF8-1BEE-53E5-FD8A5F9C309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0F77C91D-9B51-2A65-2215-3517732B03CA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78C45442-E0D8-AA45-DCDA-E5C72E61D843}"/>
              </a:ext>
            </a:extLst>
          </p:cNvPr>
          <p:cNvSpPr txBox="1"/>
          <p:nvPr/>
        </p:nvSpPr>
        <p:spPr bwMode="auto">
          <a:xfrm>
            <a:off x="986168" y="529075"/>
            <a:ext cx="7406718" cy="191936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Что полезного было?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E1DF30A0-9F9F-EF2A-8E2C-B019E8399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9211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21">
      <a:dk1>
        <a:srgbClr val="1A1919"/>
      </a:dk1>
      <a:lt1>
        <a:srgbClr val="282828"/>
      </a:lt1>
      <a:dk2>
        <a:srgbClr val="757675"/>
      </a:dk2>
      <a:lt2>
        <a:srgbClr val="585858"/>
      </a:lt2>
      <a:accent1>
        <a:srgbClr val="FFDD2C"/>
      </a:accent1>
      <a:accent2>
        <a:srgbClr val="E5ECFF"/>
      </a:accent2>
      <a:accent3>
        <a:srgbClr val="F9F9F9"/>
      </a:accent3>
      <a:accent4>
        <a:srgbClr val="F5F5F6"/>
      </a:accent4>
      <a:accent5>
        <a:srgbClr val="AFAFAF"/>
      </a:accent5>
      <a:accent6>
        <a:srgbClr val="FFFFFF"/>
      </a:accent6>
      <a:hlink>
        <a:srgbClr val="438AF8"/>
      </a:hlink>
      <a:folHlink>
        <a:srgbClr val="525454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accent2">
            <a:lumMod val="75000"/>
            <a:alpha val="19000"/>
          </a:schemeClr>
        </a:solidFill>
        <a:ln w="12700" cap="flat">
          <a:noFill/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</TotalTime>
  <Words>737</Words>
  <Application>Microsoft Macintosh PowerPoint</Application>
  <DocSecurity>0</DocSecurity>
  <PresentationFormat>Произвольный</PresentationFormat>
  <Paragraphs>109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Tinkoff Sans</vt:lpstr>
      <vt:lpstr>Wingdings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cp:lastModifiedBy>Пальцева Злата Игоревна</cp:lastModifiedBy>
  <cp:revision>691</cp:revision>
  <dcterms:modified xsi:type="dcterms:W3CDTF">2025-11-20T07:05:30Z</dcterms:modified>
  <cp:category/>
  <dc:identifier/>
  <cp:contentStatus/>
  <dc:language/>
  <cp:version/>
</cp:coreProperties>
</file>