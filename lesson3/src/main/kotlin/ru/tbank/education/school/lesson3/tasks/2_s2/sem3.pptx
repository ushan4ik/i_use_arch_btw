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0"/>
  </p:notesMasterIdLst>
  <p:sldIdLst>
    <p:sldId id="835" r:id="rId2"/>
    <p:sldId id="837" r:id="rId3"/>
    <p:sldId id="838" r:id="rId4"/>
    <p:sldId id="839" r:id="rId5"/>
    <p:sldId id="840" r:id="rId6"/>
    <p:sldId id="836" r:id="rId7"/>
    <p:sldId id="841" r:id="rId8"/>
    <p:sldId id="842" r:id="rId9"/>
  </p:sldIdLst>
  <p:sldSz cx="19799300" cy="11160125"/>
  <p:notesSz cx="19799300" cy="11160125"/>
  <p:embeddedFontLst>
    <p:embeddedFont>
      <p:font typeface="Tinkoff Sans" panose="02000506050000020004" pitchFamily="2" charset="0"/>
      <p:regular r:id="rId11"/>
      <p:bold r:id="rId12"/>
    </p:embeddedFont>
  </p:embeddedFontLst>
  <p:defaultTextStyle>
    <a:defPPr marL="0" marR="0" indent="0" algn="l" defTabSz="90005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lang="ru-RU"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8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5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1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2DF8AF6-2A87-3145-9D09-616B29C3269E}">
          <p14:sldIdLst/>
        </p14:section>
        <p14:section name="теория" id="{FE05C58F-8341-7341-96BA-48E279C60E78}">
          <p14:sldIdLst>
            <p14:sldId id="835"/>
            <p14:sldId id="837"/>
            <p14:sldId id="838"/>
            <p14:sldId id="839"/>
            <p14:sldId id="840"/>
            <p14:sldId id="836"/>
            <p14:sldId id="841"/>
            <p14:sldId id="842"/>
          </p14:sldIdLst>
        </p14:section>
      </p14:sectionLst>
    </p:ext>
    <p:ext uri="{EFAFB233-063F-42B5-8137-9DF3F51BA10A}">
      <p15:sldGuideLst xmlns:p15="http://schemas.microsoft.com/office/powerpoint/2012/main">
        <p15:guide id="1" pos="6236">
          <p15:clr>
            <a:srgbClr val="A4A3A4"/>
          </p15:clr>
        </p15:guide>
        <p15:guide id="2" orient="horz" pos="3515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43FDF-ECDA-34A3-ADE7-C7DA831C0A0E}" name="Пальцева Злата Игоревна" initials="ПЗИ" userId="S::zipaltseva@edu.hse.ru::5bf150a5-51ad-4db6-bc5e-a3cea9dac2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18"/>
    <p:restoredTop sz="94709"/>
  </p:normalViewPr>
  <p:slideViewPr>
    <p:cSldViewPr snapToGrid="0" snapToObjects="1" showGuides="1">
      <p:cViewPr>
        <p:scale>
          <a:sx n="42" d="100"/>
          <a:sy n="42" d="100"/>
        </p:scale>
        <p:origin x="1496" y="1072"/>
      </p:cViewPr>
      <p:guideLst>
        <p:guide pos="6236"/>
        <p:guide orient="horz" pos="35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>
      <a:defRPr sz="1400" b="0" i="0">
        <a:solidFill>
          <a:schemeClr val="tx1"/>
        </a:solidFill>
        <a:highlight>
          <a:srgbClr val="FFFF00"/>
        </a:highlight>
        <a:latin typeface="Tinkoff Sans"/>
        <a:ea typeface="+mj-ea"/>
        <a:cs typeface="+mj-cs"/>
      </a:defRPr>
    </a:lvl1pPr>
    <a:lvl2pPr indent="225015">
      <a:defRPr sz="1200">
        <a:latin typeface="+mj-lt"/>
        <a:ea typeface="+mj-ea"/>
        <a:cs typeface="+mj-cs"/>
      </a:defRPr>
    </a:lvl2pPr>
    <a:lvl3pPr indent="450029">
      <a:defRPr sz="1200">
        <a:latin typeface="+mj-lt"/>
        <a:ea typeface="+mj-ea"/>
        <a:cs typeface="+mj-cs"/>
      </a:defRPr>
    </a:lvl3pPr>
    <a:lvl4pPr indent="675045">
      <a:defRPr sz="1200">
        <a:latin typeface="+mj-lt"/>
        <a:ea typeface="+mj-ea"/>
        <a:cs typeface="+mj-cs"/>
      </a:defRPr>
    </a:lvl4pPr>
    <a:lvl5pPr indent="900060">
      <a:defRPr sz="1200">
        <a:latin typeface="+mj-lt"/>
        <a:ea typeface="+mj-ea"/>
        <a:cs typeface="+mj-cs"/>
      </a:defRPr>
    </a:lvl5pPr>
    <a:lvl6pPr indent="1125075">
      <a:defRPr sz="1200">
        <a:latin typeface="+mj-lt"/>
        <a:ea typeface="+mj-ea"/>
        <a:cs typeface="+mj-cs"/>
      </a:defRPr>
    </a:lvl6pPr>
    <a:lvl7pPr indent="1350086">
      <a:defRPr sz="1200">
        <a:latin typeface="+mj-lt"/>
        <a:ea typeface="+mj-ea"/>
        <a:cs typeface="+mj-cs"/>
      </a:defRPr>
    </a:lvl7pPr>
    <a:lvl8pPr indent="1575102">
      <a:defRPr sz="1200">
        <a:latin typeface="+mj-lt"/>
        <a:ea typeface="+mj-ea"/>
        <a:cs typeface="+mj-cs"/>
      </a:defRPr>
    </a:lvl8pPr>
    <a:lvl9pPr indent="1800120">
      <a:defRPr sz="1200"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F8D33-A14C-8547-A40C-1E45C1F7369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763A5210-706B-0F58-7292-86731141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CD4C565B-4923-8F65-5726-FC6F25DCE4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842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AE47-EC55-45F1-2A89-9C6ABE23BC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9E8EB4D5-125D-F5AF-885F-EC2815769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23334B4-C07D-6CD0-5962-B024DD5343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662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57867-8048-869E-4CD0-6D16306577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ACEDC899-4854-9227-E588-DBD9A9C2C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64F8A010-0C7D-A75A-783C-E21AD2BE6F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022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D6C8-9C4E-06D5-24DD-2049FCA2602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4F2FAB25-158E-D1EB-F1CA-B19103F48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FDB5A87-603B-4EBB-C7E6-C1734F9543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4311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25D21-5CA6-007F-7D57-6FDF66BAB75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C0B6614C-C9A2-A0A2-94FA-519390BE2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ABA8BFD-8AF7-3471-3C6A-31BB03A308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1914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A42D-C033-A9ED-7711-1987ECE321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D93A77E0-5B0E-0910-E209-B4FB68D0F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B1306929-FD45-A9CB-5862-F2B7B3AFA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268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CD5E-6BDF-2CC3-F4B0-C11511A5A0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30D1D36A-EBC3-C3B5-1079-DD5AFCE06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5AB6DE5-C2D1-08D1-7946-5F122BECAE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9739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5DFC-3706-66E7-26D5-46DAD92E46A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1DFB1C3B-DA4B-A828-D95C-327724899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FD66F112-037D-AF08-EB72-87A0D4BBD6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145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 extrusionOk="0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rcRect t="4375" b="12816"/>
          <a:stretch/>
        </p:blipFill>
        <p:spPr bwMode="auto">
          <a:xfrm>
            <a:off x="0" y="-1"/>
            <a:ext cx="19823463" cy="1116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/>
          <p:cNvSpPr/>
          <p:nvPr userDrawn="1"/>
        </p:nvSpPr>
        <p:spPr bwMode="auto"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Прямоугольник с одним скругленным углом 2"/>
          <p:cNvSpPr/>
          <p:nvPr userDrawn="1"/>
        </p:nvSpPr>
        <p:spPr bwMode="auto"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 extrusionOk="0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1563859" y="5544"/>
            <a:ext cx="8234700" cy="10435444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32481"/>
              <a:gd name="connsiteY0" fmla="*/ 0 h 10388036"/>
              <a:gd name="connsiteX1" fmla="*/ 8709658 w 12132481"/>
              <a:gd name="connsiteY1" fmla="*/ 12745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2132481"/>
              <a:gd name="connsiteY0" fmla="*/ 0 h 10388036"/>
              <a:gd name="connsiteX1" fmla="*/ 10100408 w 12132481"/>
              <a:gd name="connsiteY1" fmla="*/ 31033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0100408"/>
              <a:gd name="connsiteY0" fmla="*/ 0 h 10369748"/>
              <a:gd name="connsiteX1" fmla="*/ 10100408 w 10100408"/>
              <a:gd name="connsiteY1" fmla="*/ 31033 h 10369748"/>
              <a:gd name="connsiteX2" fmla="*/ 10068785 w 10100408"/>
              <a:gd name="connsiteY2" fmla="*/ 10369748 h 10369748"/>
              <a:gd name="connsiteX3" fmla="*/ 2436612 w 10100408"/>
              <a:gd name="connsiteY3" fmla="*/ 10353423 h 10369748"/>
              <a:gd name="connsiteX4" fmla="*/ 525713 w 10100408"/>
              <a:gd name="connsiteY4" fmla="*/ 9789562 h 10369748"/>
              <a:gd name="connsiteX5" fmla="*/ 38614 w 10100408"/>
              <a:gd name="connsiteY5" fmla="*/ 8795664 h 10369748"/>
              <a:gd name="connsiteX6" fmla="*/ 25987 w 10100408"/>
              <a:gd name="connsiteY6" fmla="*/ 7204711 h 10369748"/>
              <a:gd name="connsiteX7" fmla="*/ 19421 w 10100408"/>
              <a:gd name="connsiteY7" fmla="*/ 0 h 10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00408" h="10369748" extrusionOk="0">
                <a:moveTo>
                  <a:pt x="19421" y="0"/>
                </a:moveTo>
                <a:lnTo>
                  <a:pt x="10100408" y="31033"/>
                </a:lnTo>
                <a:cubicBezTo>
                  <a:pt x="10097344" y="3485566"/>
                  <a:pt x="10071849" y="6915215"/>
                  <a:pt x="10068785" y="10369748"/>
                </a:cubicBezTo>
                <a:lnTo>
                  <a:pt x="2436612" y="10353423"/>
                </a:lnTo>
                <a:cubicBezTo>
                  <a:pt x="1353219" y="10361007"/>
                  <a:pt x="863858" y="10107061"/>
                  <a:pt x="525713" y="9789562"/>
                </a:cubicBezTo>
                <a:cubicBezTo>
                  <a:pt x="187568" y="9472063"/>
                  <a:pt x="121902" y="9226472"/>
                  <a:pt x="38614" y="8795664"/>
                </a:cubicBezTo>
                <a:cubicBezTo>
                  <a:pt x="-44674" y="8364856"/>
                  <a:pt x="33919" y="7439880"/>
                  <a:pt x="25987" y="7204711"/>
                </a:cubicBezTo>
                <a:cubicBezTo>
                  <a:pt x="18055" y="6969542"/>
                  <a:pt x="11378" y="2447544"/>
                  <a:pt x="1942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>
            <a:alphaModFix amt="51000"/>
          </a:blip>
          <a:stretch/>
        </p:blipFill>
        <p:spPr bwMode="auto"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0"/>
            <a:ext cx="9287822" cy="10458915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 amt="29000"/>
          </a:blip>
          <a:srcRect r="9692"/>
          <a:stretch/>
        </p:blipFill>
        <p:spPr bwMode="auto"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 extrusionOk="0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 extrusionOk="0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tabLst>
                <a:tab pos="4711865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5pPr>
          </a:lstStyle>
          <a:p>
            <a:pPr>
              <a:defRPr/>
            </a:pPr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5pPr>
          </a:lstStyle>
          <a:p>
            <a:pPr>
              <a:defRPr/>
            </a:pPr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 extrusionOk="0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564506" y="-7560429"/>
            <a:ext cx="4679051" cy="1980806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4656495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55618 w 4679051"/>
              <a:gd name="connsiteY0" fmla="*/ 0 h 19808065"/>
              <a:gd name="connsiteX1" fmla="*/ 3857113 w 4679051"/>
              <a:gd name="connsiteY1" fmla="*/ 0 h 19808065"/>
              <a:gd name="connsiteX2" fmla="*/ 4679051 w 4679051"/>
              <a:gd name="connsiteY2" fmla="*/ 0 h 19808065"/>
              <a:gd name="connsiteX3" fmla="*/ 4667128 w 4679051"/>
              <a:gd name="connsiteY3" fmla="*/ 19789644 h 19808065"/>
              <a:gd name="connsiteX4" fmla="*/ 0 w 4679051"/>
              <a:gd name="connsiteY4" fmla="*/ 19808065 h 19808065"/>
              <a:gd name="connsiteX5" fmla="*/ 41994 w 4679051"/>
              <a:gd name="connsiteY5" fmla="*/ 1613624 h 19808065"/>
              <a:gd name="connsiteX6" fmla="*/ 1655618 w 4679051"/>
              <a:gd name="connsiteY6" fmla="*/ 0 h 1980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9051" h="19808065" extrusionOk="0">
                <a:moveTo>
                  <a:pt x="1655618" y="0"/>
                </a:moveTo>
                <a:lnTo>
                  <a:pt x="3857113" y="0"/>
                </a:lnTo>
                <a:lnTo>
                  <a:pt x="4679051" y="0"/>
                </a:lnTo>
                <a:cubicBezTo>
                  <a:pt x="4672830" y="3707601"/>
                  <a:pt x="4673349" y="16082043"/>
                  <a:pt x="4667128" y="19789644"/>
                </a:cubicBezTo>
                <a:lnTo>
                  <a:pt x="0" y="19808065"/>
                </a:lnTo>
                <a:cubicBezTo>
                  <a:pt x="12441" y="13714746"/>
                  <a:pt x="29553" y="7706943"/>
                  <a:pt x="41994" y="1613624"/>
                </a:cubicBezTo>
                <a:cubicBezTo>
                  <a:pt x="41994" y="722444"/>
                  <a:pt x="764438" y="0"/>
                  <a:pt x="165561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" name="Рисунок 4"/>
          <p:cNvSpPr>
            <a:spLocks noGrp="1"/>
          </p:cNvSpPr>
          <p:nvPr>
            <p:ph type="pic" sz="quarter" idx="22"/>
          </p:nvPr>
        </p:nvSpPr>
        <p:spPr bwMode="auto">
          <a:xfrm>
            <a:off x="2158206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" name="Рисунок 4"/>
          <p:cNvSpPr>
            <a:spLocks noGrp="1"/>
          </p:cNvSpPr>
          <p:nvPr>
            <p:ph type="pic" sz="quarter" idx="28"/>
          </p:nvPr>
        </p:nvSpPr>
        <p:spPr bwMode="auto">
          <a:xfrm>
            <a:off x="7840910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" name="Рисунок 4"/>
          <p:cNvSpPr>
            <a:spLocks noGrp="1"/>
          </p:cNvSpPr>
          <p:nvPr>
            <p:ph type="pic" sz="quarter" idx="29"/>
          </p:nvPr>
        </p:nvSpPr>
        <p:spPr bwMode="auto">
          <a:xfrm>
            <a:off x="13670774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009946" y="-7023472"/>
            <a:ext cx="5786685" cy="1980658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5786018"/>
              <a:gd name="connsiteY0" fmla="*/ 0 h 19789643"/>
              <a:gd name="connsiteX1" fmla="*/ 3846480 w 5786018"/>
              <a:gd name="connsiteY1" fmla="*/ 0 h 19789643"/>
              <a:gd name="connsiteX2" fmla="*/ 5786018 w 5786018"/>
              <a:gd name="connsiteY2" fmla="*/ 16933 h 19789643"/>
              <a:gd name="connsiteX3" fmla="*/ 4667127 w 5786018"/>
              <a:gd name="connsiteY3" fmla="*/ 19789643 h 19789643"/>
              <a:gd name="connsiteX4" fmla="*/ 0 w 5786018"/>
              <a:gd name="connsiteY4" fmla="*/ 19786800 h 19789643"/>
              <a:gd name="connsiteX5" fmla="*/ 31361 w 5786018"/>
              <a:gd name="connsiteY5" fmla="*/ 1613624 h 19789643"/>
              <a:gd name="connsiteX6" fmla="*/ 1644985 w 5786018"/>
              <a:gd name="connsiteY6" fmla="*/ 0 h 19789643"/>
              <a:gd name="connsiteX0" fmla="*/ 1644985 w 5786685"/>
              <a:gd name="connsiteY0" fmla="*/ 0 h 19806580"/>
              <a:gd name="connsiteX1" fmla="*/ 3846480 w 5786685"/>
              <a:gd name="connsiteY1" fmla="*/ 0 h 19806580"/>
              <a:gd name="connsiteX2" fmla="*/ 5786018 w 5786685"/>
              <a:gd name="connsiteY2" fmla="*/ 16933 h 19806580"/>
              <a:gd name="connsiteX3" fmla="*/ 5784727 w 5786685"/>
              <a:gd name="connsiteY3" fmla="*/ 19806580 h 19806580"/>
              <a:gd name="connsiteX4" fmla="*/ 0 w 5786685"/>
              <a:gd name="connsiteY4" fmla="*/ 19786800 h 19806580"/>
              <a:gd name="connsiteX5" fmla="*/ 31361 w 5786685"/>
              <a:gd name="connsiteY5" fmla="*/ 1613624 h 19806580"/>
              <a:gd name="connsiteX6" fmla="*/ 1644985 w 5786685"/>
              <a:gd name="connsiteY6" fmla="*/ 0 h 198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6685" h="19806580" extrusionOk="0">
                <a:moveTo>
                  <a:pt x="1644985" y="0"/>
                </a:moveTo>
                <a:lnTo>
                  <a:pt x="3846480" y="0"/>
                </a:lnTo>
                <a:lnTo>
                  <a:pt x="5786018" y="16933"/>
                </a:lnTo>
                <a:cubicBezTo>
                  <a:pt x="5779797" y="3724534"/>
                  <a:pt x="5790948" y="16098979"/>
                  <a:pt x="5784727" y="19806580"/>
                </a:cubicBezTo>
                <a:lnTo>
                  <a:pt x="0" y="19786800"/>
                </a:lnTo>
                <a:cubicBezTo>
                  <a:pt x="12441" y="13693481"/>
                  <a:pt x="18920" y="7706943"/>
                  <a:pt x="31361" y="1613624"/>
                </a:cubicBezTo>
                <a:cubicBezTo>
                  <a:pt x="31361" y="722444"/>
                  <a:pt x="753805" y="0"/>
                  <a:pt x="1644985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Текст 1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 bwMode="auto"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0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Разнообразный и богатый опыт рамки и место обучения кадров позволяет  выполнять важные задания по разработке позиций, занимаемых участниками  в отношении поставленных задач. Таким образом дальнейшее развитие  различных форм деятельности требуют от нас анализа системы обучения  кадров, соответствует насущным потребностям. С другой стороны  консультация с широким активом позволяет оценить значение систем  массового участия. С другой стороны рамки и место обучения кадров требуют  от нас анализа систем массового участия. Таким образом постоянное  информационно-пропагандистское обеспечение нашей деятельности играет  важную роль в формировании позиций, занимаемых участниками в отношении поставленных задач</a:t>
            </a:r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 bwMode="auto"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fld id="{86CB4B4D-7CA3-9044-876B-883B54F8677D}" type="slidenum">
              <a:rPr lang="ru-RU"/>
              <a:t>‹#›</a:t>
            </a:fld>
            <a:endParaRPr lang="ru-RU"/>
          </a:p>
        </p:txBody>
      </p:sp>
      <p:sp>
        <p:nvSpPr>
          <p:cNvPr id="4" name="object 2"/>
          <p:cNvSpPr/>
          <p:nvPr userDrawn="1"/>
        </p:nvSpPr>
        <p:spPr bwMode="auto"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 bwMode="auto"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 extrusionOk="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3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436213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5300"/>
            </a:lvl1pPr>
            <a:lvl2pPr marL="1257056" indent="-514249">
              <a:buFontTx/>
              <a:defRPr sz="5300"/>
            </a:lvl2pPr>
            <a:lvl3pPr marL="2093359" indent="-607751">
              <a:buFontTx/>
              <a:defRPr sz="5300"/>
            </a:lvl3pPr>
            <a:lvl4pPr marL="2919991" indent="-691577">
              <a:buFontTx/>
              <a:defRPr sz="5300"/>
            </a:lvl4pPr>
            <a:lvl5pPr marL="3662797" indent="-691577">
              <a:buFontTx/>
              <a:defRPr sz="5300"/>
            </a:lvl5pPr>
          </a:lstStyle>
          <a:p>
            <a:pPr>
              <a:defRPr/>
            </a:pPr>
            <a:r>
              <a:t>01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76" name="Текст 28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882048" y="6832788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02</a:t>
            </a:r>
          </a:p>
        </p:txBody>
      </p:sp>
      <p:sp>
        <p:nvSpPr>
          <p:cNvPr id="477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0392339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03</a:t>
            </a:r>
          </a:p>
        </p:txBody>
      </p:sp>
      <p:sp>
        <p:nvSpPr>
          <p:cNvPr id="478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916983" y="687890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04</a:t>
            </a:r>
          </a:p>
        </p:txBody>
      </p:sp>
      <p:sp>
        <p:nvSpPr>
          <p:cNvPr id="479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45637" y="3454938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0" name="Текст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45637" y="417351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1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305434" y="6758364"/>
            <a:ext cx="4038572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специалиста</a:t>
            </a:r>
          </a:p>
        </p:txBody>
      </p:sp>
      <p:sp>
        <p:nvSpPr>
          <p:cNvPr id="482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305434" y="7476940"/>
            <a:ext cx="4038572" cy="1555757"/>
          </a:xfrm>
          <a:prstGeom prst="rect">
            <a:avLst/>
          </a:prstGeom>
        </p:spPr>
        <p:txBody>
          <a:bodyPr>
            <a:noAutofit/>
          </a:bodyPr>
          <a:lstStyle>
            <a:lvl1pPr marL="0" marR="386035" indent="12513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выполнять важные задания по разработке</a:t>
            </a:r>
          </a:p>
        </p:txBody>
      </p:sp>
      <p:sp>
        <p:nvSpPr>
          <p:cNvPr id="483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2532084" y="3184194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4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532084" y="390277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5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806787" y="6764565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486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4806787" y="784343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" name="object 3"/>
          <p:cNvSpPr/>
          <p:nvPr/>
        </p:nvSpPr>
        <p:spPr bwMode="auto">
          <a:xfrm flipV="1">
            <a:off x="11329639" y="2135795"/>
            <a:ext cx="8480603" cy="903629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7" name="object 6"/>
          <p:cNvSpPr/>
          <p:nvPr/>
        </p:nvSpPr>
        <p:spPr bwMode="auto">
          <a:xfrm>
            <a:off x="12690940" y="9410295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8" name="object 8"/>
          <p:cNvSpPr/>
          <p:nvPr/>
        </p:nvSpPr>
        <p:spPr bwMode="auto">
          <a:xfrm>
            <a:off x="15080547" y="679242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9" name="object 10"/>
          <p:cNvSpPr/>
          <p:nvPr/>
        </p:nvSpPr>
        <p:spPr bwMode="auto">
          <a:xfrm>
            <a:off x="17544446" y="417454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22"/>
          </p:nvPr>
        </p:nvSpPr>
        <p:spPr bwMode="auto">
          <a:xfrm>
            <a:off x="4647668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23"/>
          </p:nvPr>
        </p:nvSpPr>
        <p:spPr bwMode="auto">
          <a:xfrm>
            <a:off x="8369496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1" name="Freeform 16"/>
          <p:cNvSpPr/>
          <p:nvPr userDrawn="1"/>
        </p:nvSpPr>
        <p:spPr bwMode="auto"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24"/>
          </p:nvPr>
        </p:nvSpPr>
        <p:spPr bwMode="auto"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3" name="Freeform 16"/>
          <p:cNvSpPr/>
          <p:nvPr userDrawn="1"/>
        </p:nvSpPr>
        <p:spPr bwMode="auto"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25"/>
          </p:nvPr>
        </p:nvSpPr>
        <p:spPr bwMode="auto"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 bwMode="auto"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161697" y="4167873"/>
            <a:ext cx="11037111" cy="1809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>
              <a:defRPr/>
            </a:pPr>
            <a:r>
              <a:t>Текст на отбивочном слайде вашей 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8"/>
            <a:ext cx="3913200" cy="15326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 bwMode="auto"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95135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  <a:lvl2pPr marL="1076113" indent="-333310">
              <a:buFontTx/>
              <a:defRPr sz="3450"/>
            </a:lvl2pPr>
            <a:lvl3pPr marL="1879520" indent="-393913">
              <a:buFontTx/>
              <a:defRPr sz="3450"/>
            </a:lvl3pPr>
            <a:lvl4pPr marL="2676657" indent="-448243">
              <a:buFontTx/>
              <a:defRPr sz="3450"/>
            </a:lvl4pPr>
            <a:lvl5pPr marL="3419465" indent="-448245">
              <a:buFontTx/>
              <a:defRPr sz="3450"/>
            </a:lvl5pPr>
          </a:lstStyle>
          <a:p>
            <a:pPr>
              <a:defRPr/>
            </a:pPr>
            <a:r>
              <a:t>Развитие форм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71" name="Текст 2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135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2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867617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673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0589495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3</a:t>
            </a:r>
          </a:p>
        </p:txBody>
      </p:sp>
      <p:sp>
        <p:nvSpPr>
          <p:cNvPr id="674" name="Текст 2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5161374" y="3846954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4</a:t>
            </a:r>
          </a:p>
        </p:txBody>
      </p:sp>
      <p:sp>
        <p:nvSpPr>
          <p:cNvPr id="675" name="Текст 28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95128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/>
            </a:lvl1pPr>
          </a:lstStyle>
          <a:p>
            <a:pPr>
              <a:defRPr/>
            </a:pPr>
            <a:r>
              <a:t>1</a:t>
            </a:r>
          </a:p>
        </p:txBody>
      </p:sp>
      <p:sp>
        <p:nvSpPr>
          <p:cNvPr id="676" name="Текст 2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867619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Форм</a:t>
            </a:r>
          </a:p>
        </p:txBody>
      </p:sp>
      <p:sp>
        <p:nvSpPr>
          <p:cNvPr id="677" name="Текст 2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867619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8" name="Текст 2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627246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79" name="Текст 2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0627246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0" name="Текст 2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5161382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81" name="Текст 2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161382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3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814905" y="2748703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50">
                <a:solidFill>
                  <a:srgbClr val="282828"/>
                </a:solidFill>
              </a:defRPr>
            </a:lvl1pPr>
            <a:lvl2pPr marL="999931" indent="-25712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2pPr>
            <a:lvl3pPr marL="1789484" indent="-30387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3pPr>
            <a:lvl4pPr marL="2574202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4pPr>
            <a:lvl5pPr marL="3317009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Консультация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29" name="Текст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814905" y="3467280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0" name="Текст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814905" y="7790442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731" name="Текст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814905" y="886930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2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691679" y="4695468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3" name="Текст 4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91679" y="3531100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4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442818" y="8972232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5" name="Текст 4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42818" y="7807861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6" name="Текст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523171" y="3556889"/>
            <a:ext cx="1156271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75%</a:t>
            </a:r>
          </a:p>
        </p:txBody>
      </p:sp>
      <p:sp>
        <p:nvSpPr>
          <p:cNvPr id="737" name="Текст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482498" y="467794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8" name="Текст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740103" y="8234913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9" name="Текст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362678" y="789936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41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800853" y="5377808"/>
            <a:ext cx="13859510" cy="41348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10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Holder 2"/>
          <p:cNvSpPr txBox="1"/>
          <p:nvPr userDrawn="1"/>
        </p:nvSpPr>
        <p:spPr bwMode="auto">
          <a:xfrm>
            <a:off x="895734" y="661998"/>
            <a:ext cx="17106569" cy="1119597"/>
          </a:xfrm>
          <a:prstGeom prst="rect">
            <a:avLst/>
          </a:prstGeom>
        </p:spPr>
        <p:txBody>
          <a:bodyPr lIns="36000" tIns="36000" rIns="36000" bIns="36000"/>
          <a:lstStyle>
            <a:lvl1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>
                <a:solidFill>
                  <a:srgbClr val="1A1919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pPr>
              <a:defRPr/>
            </a:pPr>
            <a:r>
              <a:t>Заголовок слайда  вашей презентации</a:t>
            </a:r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 bwMode="auto"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/>
          <a:srcRect r="11256" b="18587"/>
          <a:stretch/>
        </p:blipFill>
        <p:spPr bwMode="auto"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08465" y="347498"/>
            <a:ext cx="3888000" cy="1522801"/>
          </a:xfrm>
          <a:prstGeom prst="rect">
            <a:avLst/>
          </a:prstGeom>
        </p:spPr>
      </p:pic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5" y="-7289"/>
            <a:ext cx="7925031" cy="10448277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602995 w 4648201"/>
              <a:gd name="connsiteY4" fmla="*/ 5544307 h 5567081"/>
              <a:gd name="connsiteX5" fmla="*/ 0 w 4648201"/>
              <a:gd name="connsiteY5" fmla="*/ 0 h 5567081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53839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91526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86142 w 4099045"/>
              <a:gd name="connsiteY4" fmla="*/ 5561389 h 5578469"/>
              <a:gd name="connsiteX5" fmla="*/ 0 w 4099045"/>
              <a:gd name="connsiteY5" fmla="*/ 0 h 5578469"/>
              <a:gd name="connsiteX0" fmla="*/ 247659 w 4012903"/>
              <a:gd name="connsiteY0" fmla="*/ 0 h 5578469"/>
              <a:gd name="connsiteX1" fmla="*/ 4012903 w 4012903"/>
              <a:gd name="connsiteY1" fmla="*/ 11388 h 5578469"/>
              <a:gd name="connsiteX2" fmla="*/ 4012903 w 4012903"/>
              <a:gd name="connsiteY2" fmla="*/ 4562449 h 5578469"/>
              <a:gd name="connsiteX3" fmla="*/ 2996883 w 4012903"/>
              <a:gd name="connsiteY3" fmla="*/ 5578469 h 5578469"/>
              <a:gd name="connsiteX4" fmla="*/ 0 w 4012903"/>
              <a:gd name="connsiteY4" fmla="*/ 5561389 h 5578469"/>
              <a:gd name="connsiteX5" fmla="*/ 247659 w 4012903"/>
              <a:gd name="connsiteY5" fmla="*/ 0 h 5578469"/>
              <a:gd name="connsiteX0" fmla="*/ 1 w 4012903"/>
              <a:gd name="connsiteY0" fmla="*/ 0 h 5584163"/>
              <a:gd name="connsiteX1" fmla="*/ 4012903 w 4012903"/>
              <a:gd name="connsiteY1" fmla="*/ 17082 h 5584163"/>
              <a:gd name="connsiteX2" fmla="*/ 4012903 w 4012903"/>
              <a:gd name="connsiteY2" fmla="*/ 4568143 h 5584163"/>
              <a:gd name="connsiteX3" fmla="*/ 2996883 w 4012903"/>
              <a:gd name="connsiteY3" fmla="*/ 5584163 h 5584163"/>
              <a:gd name="connsiteX4" fmla="*/ 0 w 4012903"/>
              <a:gd name="connsiteY4" fmla="*/ 5567083 h 5584163"/>
              <a:gd name="connsiteX5" fmla="*/ 1 w 4012903"/>
              <a:gd name="connsiteY5" fmla="*/ 0 h 5584163"/>
              <a:gd name="connsiteX0" fmla="*/ 0 w 4018286"/>
              <a:gd name="connsiteY0" fmla="*/ 130951 h 5567081"/>
              <a:gd name="connsiteX1" fmla="*/ 4018286 w 4018286"/>
              <a:gd name="connsiteY1" fmla="*/ 0 h 5567081"/>
              <a:gd name="connsiteX2" fmla="*/ 4018286 w 4018286"/>
              <a:gd name="connsiteY2" fmla="*/ 4551061 h 5567081"/>
              <a:gd name="connsiteX3" fmla="*/ 3002266 w 4018286"/>
              <a:gd name="connsiteY3" fmla="*/ 5567081 h 5567081"/>
              <a:gd name="connsiteX4" fmla="*/ 5383 w 4018286"/>
              <a:gd name="connsiteY4" fmla="*/ 5550001 h 5567081"/>
              <a:gd name="connsiteX5" fmla="*/ 0 w 4018286"/>
              <a:gd name="connsiteY5" fmla="*/ 130951 h 5567081"/>
              <a:gd name="connsiteX0" fmla="*/ 5385 w 4012903"/>
              <a:gd name="connsiteY0" fmla="*/ 11387 h 5567081"/>
              <a:gd name="connsiteX1" fmla="*/ 4012903 w 4012903"/>
              <a:gd name="connsiteY1" fmla="*/ 0 h 5567081"/>
              <a:gd name="connsiteX2" fmla="*/ 4012903 w 4012903"/>
              <a:gd name="connsiteY2" fmla="*/ 4551061 h 5567081"/>
              <a:gd name="connsiteX3" fmla="*/ 2996883 w 4012903"/>
              <a:gd name="connsiteY3" fmla="*/ 5567081 h 5567081"/>
              <a:gd name="connsiteX4" fmla="*/ 0 w 4012903"/>
              <a:gd name="connsiteY4" fmla="*/ 5550001 h 5567081"/>
              <a:gd name="connsiteX5" fmla="*/ 5385 w 4012903"/>
              <a:gd name="connsiteY5" fmla="*/ 11387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2903" h="5567081" extrusionOk="0">
                <a:moveTo>
                  <a:pt x="5385" y="11387"/>
                </a:moveTo>
                <a:lnTo>
                  <a:pt x="4012903" y="0"/>
                </a:lnTo>
                <a:lnTo>
                  <a:pt x="4012903" y="4551061"/>
                </a:lnTo>
                <a:cubicBezTo>
                  <a:pt x="4012903" y="5112193"/>
                  <a:pt x="3558015" y="5567081"/>
                  <a:pt x="2996883" y="5567081"/>
                </a:cubicBezTo>
                <a:lnTo>
                  <a:pt x="0" y="5550001"/>
                </a:lnTo>
                <a:cubicBezTo>
                  <a:pt x="0" y="3694307"/>
                  <a:pt x="5385" y="1867081"/>
                  <a:pt x="5385" y="1138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Мультимедиа 4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628598" y="3056311"/>
            <a:ext cx="5358009" cy="5369084"/>
          </a:xfrm>
          <a:custGeom>
            <a:avLst/>
            <a:gdLst>
              <a:gd name="connsiteX0" fmla="*/ 1649675 w 3299350"/>
              <a:gd name="connsiteY0" fmla="*/ 0 h 3299352"/>
              <a:gd name="connsiteX1" fmla="*/ 3299350 w 3299350"/>
              <a:gd name="connsiteY1" fmla="*/ 1649676 h 3299352"/>
              <a:gd name="connsiteX2" fmla="*/ 1649675 w 3299350"/>
              <a:gd name="connsiteY2" fmla="*/ 3299352 h 3299352"/>
              <a:gd name="connsiteX3" fmla="*/ 0 w 3299350"/>
              <a:gd name="connsiteY3" fmla="*/ 1649676 h 3299352"/>
              <a:gd name="connsiteX4" fmla="*/ 1649675 w 3299350"/>
              <a:gd name="connsiteY4" fmla="*/ 0 h 329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350" h="3299352" extrusionOk="0">
                <a:moveTo>
                  <a:pt x="1649675" y="0"/>
                </a:moveTo>
                <a:cubicBezTo>
                  <a:pt x="2560765" y="0"/>
                  <a:pt x="3299350" y="738585"/>
                  <a:pt x="3299350" y="1649676"/>
                </a:cubicBezTo>
                <a:cubicBezTo>
                  <a:pt x="3299350" y="2560767"/>
                  <a:pt x="2560765" y="3299352"/>
                  <a:pt x="1649675" y="3299352"/>
                </a:cubicBezTo>
                <a:cubicBezTo>
                  <a:pt x="738585" y="3299352"/>
                  <a:pt x="0" y="2560767"/>
                  <a:pt x="0" y="1649676"/>
                </a:cubicBezTo>
                <a:cubicBezTo>
                  <a:pt x="0" y="738585"/>
                  <a:pt x="738585" y="0"/>
                  <a:pt x="1649675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 sz="1950"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 bwMode="auto">
          <a:xfrm>
            <a:off x="7034197" y="1043019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 bwMode="auto">
          <a:xfrm>
            <a:off x="7034197" y="582229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 bwMode="auto">
          <a:xfrm>
            <a:off x="11087388" y="547014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 bwMode="auto">
          <a:xfrm>
            <a:off x="11087388" y="5326286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 bwMode="auto">
          <a:xfrm>
            <a:off x="15140584" y="1048410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5"/>
          </p:nvPr>
        </p:nvSpPr>
        <p:spPr bwMode="auto">
          <a:xfrm>
            <a:off x="15140584" y="582768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 bwMode="auto">
          <a:xfrm>
            <a:off x="2351167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5"/>
          </p:nvPr>
        </p:nvSpPr>
        <p:spPr bwMode="auto">
          <a:xfrm>
            <a:off x="6503109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0655051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 bwMode="auto">
          <a:xfrm>
            <a:off x="14806992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2351167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6503109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2"/>
          </p:nvPr>
        </p:nvSpPr>
        <p:spPr bwMode="auto">
          <a:xfrm>
            <a:off x="10655051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 bwMode="auto">
          <a:xfrm>
            <a:off x="14806992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7474406" y="50143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2021924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7478932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2935941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>
          <a:xfrm>
            <a:off x="31433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 bwMode="auto">
          <a:xfrm>
            <a:off x="86211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 bwMode="auto">
          <a:xfrm>
            <a:off x="14057328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auto">
          <a:xfrm>
            <a:off x="31433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86211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9"/>
          </p:nvPr>
        </p:nvSpPr>
        <p:spPr bwMode="auto">
          <a:xfrm>
            <a:off x="14057328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" name="Picture Placeholder 58"/>
          <p:cNvSpPr>
            <a:spLocks noGrp="1"/>
          </p:cNvSpPr>
          <p:nvPr>
            <p:ph type="pic" sz="quarter" idx="20"/>
          </p:nvPr>
        </p:nvSpPr>
        <p:spPr bwMode="auto">
          <a:xfrm>
            <a:off x="31433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21"/>
          </p:nvPr>
        </p:nvSpPr>
        <p:spPr bwMode="auto">
          <a:xfrm>
            <a:off x="86211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" name="Picture Placeholder 60"/>
          <p:cNvSpPr>
            <a:spLocks noGrp="1"/>
          </p:cNvSpPr>
          <p:nvPr>
            <p:ph type="pic" sz="quarter" idx="22"/>
          </p:nvPr>
        </p:nvSpPr>
        <p:spPr bwMode="auto">
          <a:xfrm>
            <a:off x="14057328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742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748661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745800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2227426" y="5738272"/>
            <a:ext cx="10085268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2745800" y="5738272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770917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3434832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107005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2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 bwMode="auto">
          <a:xfrm>
            <a:off x="3031768" y="2790031"/>
            <a:ext cx="6063536" cy="5580062"/>
          </a:xfrm>
          <a:prstGeom prst="rect">
            <a:avLst/>
          </a:prstGeom>
          <a:solidFill>
            <a:schemeClr val="accent4"/>
          </a:solidFill>
          <a:effectLst>
            <a:outerShdw blurRad="1244600" dist="787400" dir="5400000" algn="t" rotWithShape="0">
              <a:srgbClr val="002060">
                <a:alpha val="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0_Custom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 bwMode="auto">
          <a:xfrm>
            <a:off x="4944875" y="0"/>
            <a:ext cx="4954775" cy="5559145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 bwMode="auto">
          <a:xfrm>
            <a:off x="4944875" y="5580062"/>
            <a:ext cx="4944875" cy="5580062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 bwMode="auto">
          <a:xfrm>
            <a:off x="9909552" y="-10478"/>
            <a:ext cx="4925074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4854424" y="5590541"/>
            <a:ext cx="4944875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612971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13239689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13239689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 bwMode="auto">
          <a:xfrm>
            <a:off x="14950946" y="-415404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5107395" y="-341003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 bwMode="auto">
          <a:xfrm>
            <a:off x="185619" y="700607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 bwMode="auto">
          <a:xfrm>
            <a:off x="5107395" y="514605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 bwMode="auto">
          <a:xfrm>
            <a:off x="10029170" y="-2294026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/>
          </p:nvPr>
        </p:nvSpPr>
        <p:spPr bwMode="auto">
          <a:xfrm>
            <a:off x="10029170" y="6262070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7"/>
          </p:nvPr>
        </p:nvSpPr>
        <p:spPr bwMode="auto">
          <a:xfrm>
            <a:off x="14950946" y="4402049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 bwMode="auto">
          <a:xfrm>
            <a:off x="185619" y="-155001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aphic 5"/>
          <p:cNvGrpSpPr/>
          <p:nvPr userDrawn="1"/>
        </p:nvGrpSpPr>
        <p:grpSpPr bwMode="auto">
          <a:xfrm>
            <a:off x="15385500" y="2415128"/>
            <a:ext cx="3451120" cy="7065487"/>
            <a:chOff x="2467676" y="1835148"/>
            <a:chExt cx="1560218" cy="3187699"/>
          </a:xfrm>
          <a:gradFill>
            <a:gsLst>
              <a:gs pos="0">
                <a:srgbClr val="67696F"/>
              </a:gs>
              <a:gs pos="100000">
                <a:srgbClr val="48494B"/>
              </a:gs>
            </a:gsLst>
            <a:lin ang="2700000" scaled="0"/>
          </a:gradFill>
        </p:grpSpPr>
        <p:sp>
          <p:nvSpPr>
            <p:cNvPr id="4" name="Freeform 16"/>
            <p:cNvSpPr/>
            <p:nvPr/>
          </p:nvSpPr>
          <p:spPr bwMode="auto">
            <a:xfrm>
              <a:off x="2467676" y="1835148"/>
              <a:ext cx="1560218" cy="3187699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2564260" y="1932016"/>
              <a:ext cx="1367148" cy="2994343"/>
            </a:xfrm>
            <a:custGeom>
              <a:avLst/>
              <a:gdLst>
                <a:gd name="connsiteX0" fmla="*/ 1367170 w 1367170"/>
                <a:gd name="connsiteY0" fmla="*/ 142257 h 2994344"/>
                <a:gd name="connsiteX1" fmla="*/ 1367170 w 1367170"/>
                <a:gd name="connsiteY1" fmla="*/ 2851612 h 2994344"/>
                <a:gd name="connsiteX2" fmla="*/ 1224855 w 1367170"/>
                <a:gd name="connsiteY2" fmla="*/ 2994345 h 2994344"/>
                <a:gd name="connsiteX3" fmla="*/ 141840 w 1367170"/>
                <a:gd name="connsiteY3" fmla="*/ 2994345 h 2994344"/>
                <a:gd name="connsiteX4" fmla="*/ 0 w 1367170"/>
                <a:gd name="connsiteY4" fmla="*/ 2851612 h 2994344"/>
                <a:gd name="connsiteX5" fmla="*/ 0 w 1367170"/>
                <a:gd name="connsiteY5" fmla="*/ 142257 h 2994344"/>
                <a:gd name="connsiteX6" fmla="*/ 142315 w 1367170"/>
                <a:gd name="connsiteY6" fmla="*/ 0 h 2994344"/>
                <a:gd name="connsiteX7" fmla="*/ 267836 w 1367170"/>
                <a:gd name="connsiteY7" fmla="*/ 0 h 2994344"/>
                <a:gd name="connsiteX8" fmla="*/ 294028 w 1367170"/>
                <a:gd name="connsiteY8" fmla="*/ 26257 h 2994344"/>
                <a:gd name="connsiteX9" fmla="*/ 294022 w 1367170"/>
                <a:gd name="connsiteY9" fmla="*/ 26834 h 2994344"/>
                <a:gd name="connsiteX10" fmla="*/ 294022 w 1367170"/>
                <a:gd name="connsiteY10" fmla="*/ 26834 h 2994344"/>
                <a:gd name="connsiteX11" fmla="*/ 376944 w 1367170"/>
                <a:gd name="connsiteY11" fmla="*/ 109333 h 2994344"/>
                <a:gd name="connsiteX12" fmla="*/ 993641 w 1367170"/>
                <a:gd name="connsiteY12" fmla="*/ 109333 h 2994344"/>
                <a:gd name="connsiteX13" fmla="*/ 1076184 w 1367170"/>
                <a:gd name="connsiteY13" fmla="*/ 26834 h 2994344"/>
                <a:gd name="connsiteX14" fmla="*/ 1076184 w 1367170"/>
                <a:gd name="connsiteY14" fmla="*/ 26834 h 2994344"/>
                <a:gd name="connsiteX15" fmla="*/ 1102370 w 1367170"/>
                <a:gd name="connsiteY15" fmla="*/ 476 h 2994344"/>
                <a:gd name="connsiteX16" fmla="*/ 1225709 w 1367170"/>
                <a:gd name="connsiteY16" fmla="*/ 476 h 2994344"/>
                <a:gd name="connsiteX17" fmla="*/ 1367170 w 1367170"/>
                <a:gd name="connsiteY17" fmla="*/ 142257 h 29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67170" h="2994344" extrusionOk="0">
                  <a:moveTo>
                    <a:pt x="1367170" y="142257"/>
                  </a:moveTo>
                  <a:lnTo>
                    <a:pt x="1367170" y="2851612"/>
                  </a:lnTo>
                  <a:cubicBezTo>
                    <a:pt x="1367170" y="2930441"/>
                    <a:pt x="1303453" y="2994345"/>
                    <a:pt x="1224855" y="2994345"/>
                  </a:cubicBezTo>
                  <a:lnTo>
                    <a:pt x="141840" y="2994345"/>
                  </a:lnTo>
                  <a:cubicBezTo>
                    <a:pt x="63427" y="2994082"/>
                    <a:pt x="0" y="2930255"/>
                    <a:pt x="0" y="2851612"/>
                  </a:cubicBezTo>
                  <a:lnTo>
                    <a:pt x="0" y="142257"/>
                  </a:lnTo>
                  <a:cubicBezTo>
                    <a:pt x="261" y="63614"/>
                    <a:pt x="63901" y="0"/>
                    <a:pt x="142315" y="0"/>
                  </a:cubicBezTo>
                  <a:lnTo>
                    <a:pt x="267836" y="0"/>
                  </a:lnTo>
                  <a:cubicBezTo>
                    <a:pt x="282298" y="-3"/>
                    <a:pt x="294025" y="11752"/>
                    <a:pt x="294028" y="26257"/>
                  </a:cubicBezTo>
                  <a:cubicBezTo>
                    <a:pt x="294028" y="26449"/>
                    <a:pt x="294026" y="26641"/>
                    <a:pt x="294022" y="26834"/>
                  </a:cubicBezTo>
                  <a:lnTo>
                    <a:pt x="294022" y="26834"/>
                  </a:lnTo>
                  <a:cubicBezTo>
                    <a:pt x="294283" y="72548"/>
                    <a:pt x="331363" y="109439"/>
                    <a:pt x="376944" y="109333"/>
                  </a:cubicBezTo>
                  <a:lnTo>
                    <a:pt x="993641" y="109333"/>
                  </a:lnTo>
                  <a:cubicBezTo>
                    <a:pt x="1039074" y="109230"/>
                    <a:pt x="1075923" y="72400"/>
                    <a:pt x="1076184" y="26834"/>
                  </a:cubicBezTo>
                  <a:lnTo>
                    <a:pt x="1076184" y="26834"/>
                  </a:lnTo>
                  <a:cubicBezTo>
                    <a:pt x="1076184" y="12314"/>
                    <a:pt x="1087892" y="528"/>
                    <a:pt x="1102370" y="476"/>
                  </a:cubicBezTo>
                  <a:lnTo>
                    <a:pt x="1225709" y="476"/>
                  </a:lnTo>
                  <a:cubicBezTo>
                    <a:pt x="1303605" y="943"/>
                    <a:pt x="1366652" y="64133"/>
                    <a:pt x="1367170" y="142257"/>
                  </a:cubicBezTo>
                  <a:close/>
                </a:path>
              </a:pathLst>
            </a:custGeom>
            <a:grpFill/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6" name="Freeform 16"/>
          <p:cNvSpPr/>
          <p:nvPr userDrawn="1"/>
        </p:nvSpPr>
        <p:spPr bwMode="auto">
          <a:xfrm>
            <a:off x="11302952" y="16795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11523579" y="18938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1"/>
          </p:nvPr>
        </p:nvSpPr>
        <p:spPr bwMode="auto">
          <a:xfrm>
            <a:off x="15615949" y="262941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oup 46"/>
          <p:cNvGrpSpPr/>
          <p:nvPr userDrawn="1"/>
        </p:nvGrpSpPr>
        <p:grpSpPr bwMode="auto">
          <a:xfrm>
            <a:off x="10135714" y="2327985"/>
            <a:ext cx="7401341" cy="4558908"/>
            <a:chOff x="4902604" y="891789"/>
            <a:chExt cx="5245287" cy="3224206"/>
          </a:xfrm>
        </p:grpSpPr>
        <p:sp>
          <p:nvSpPr>
            <p:cNvPr id="4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6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7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8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9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0" name="Picture Placeholder 3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821890" y="2593572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  <p:grpSp>
        <p:nvGrpSpPr>
          <p:cNvPr id="11" name="Group 46"/>
          <p:cNvGrpSpPr/>
          <p:nvPr userDrawn="1"/>
        </p:nvGrpSpPr>
        <p:grpSpPr bwMode="auto">
          <a:xfrm>
            <a:off x="2262613" y="5286338"/>
            <a:ext cx="7401341" cy="4558908"/>
            <a:chOff x="4902604" y="891789"/>
            <a:chExt cx="5245287" cy="3224206"/>
          </a:xfrm>
        </p:grpSpPr>
        <p:sp>
          <p:nvSpPr>
            <p:cNvPr id="12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3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14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5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6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7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8" name="Picture Placeholder 3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948789" y="5551925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3" name="Rectangle 112"/>
          <p:cNvSpPr/>
          <p:nvPr userDrawn="1"/>
        </p:nvSpPr>
        <p:spPr bwMode="auto">
          <a:xfrm>
            <a:off x="8700189" y="11520"/>
            <a:ext cx="4291596" cy="7968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352744" y="5410269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73371" y="562455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11362658" y="2026990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4"/>
          </p:nvPr>
        </p:nvSpPr>
        <p:spPr bwMode="auto">
          <a:xfrm>
            <a:off x="11583285" y="224127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15392950" y="-14660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 bwMode="auto">
          <a:xfrm>
            <a:off x="15613577" y="-125173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/>
          <p:cNvSpPr/>
          <p:nvPr userDrawn="1"/>
        </p:nvSpPr>
        <p:spPr bwMode="auto">
          <a:xfrm>
            <a:off x="11310047" y="5643658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Rectangle: Rounded Corners 5"/>
          <p:cNvSpPr/>
          <p:nvPr userDrawn="1"/>
        </p:nvSpPr>
        <p:spPr bwMode="auto">
          <a:xfrm>
            <a:off x="11310047" y="2088982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3"/>
          </a:solidFill>
          <a:ln>
            <a:noFill/>
          </a:ln>
          <a:effectLst>
            <a:outerShdw blurRad="838200" dist="381000" dir="5400000" sx="95000" sy="95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7282744" y="1427270"/>
            <a:ext cx="4131146" cy="8457709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46843" y="1683779"/>
            <a:ext cx="3602948" cy="7944690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899650" y="2"/>
            <a:ext cx="9899650" cy="11160125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/>
              <a:t>Image Placeholder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 bwMode="auto"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 bwMode="auto"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 bwMode="auto"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 bwMode="auto"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 bwMode="auto"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 bwMode="auto"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50"/>
            </a:lvl1pPr>
            <a:lvl2pPr marL="914219" indent="-171416">
              <a:buFontTx/>
              <a:defRPr sz="1750"/>
            </a:lvl2pPr>
            <a:lvl3pPr marL="1688192" indent="-202584">
              <a:buFontTx/>
              <a:defRPr sz="1750"/>
            </a:lvl3pPr>
            <a:lvl4pPr marL="2458939" indent="-230524">
              <a:buFontTx/>
              <a:defRPr sz="1750"/>
            </a:lvl4pPr>
            <a:lvl5pPr marL="3201744" indent="-230524">
              <a:buFontTx/>
              <a:defRPr sz="1750"/>
            </a:lvl5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5447895" y="5582374"/>
            <a:ext cx="3587374" cy="1473098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8_Пользовательский макет">
    <p:bg>
      <p:bgPr>
        <a:solidFill>
          <a:srgbClr val="FFFFFF">
            <a:alpha val="77000"/>
          </a:srgb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 bwMode="auto">
          <a:xfrm>
            <a:off x="6432884" y="0"/>
            <a:ext cx="6858000" cy="11160125"/>
          </a:xfrm>
          <a:custGeom>
            <a:avLst/>
            <a:gdLst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48126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11133093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16098"/>
              <a:gd name="connsiteY0" fmla="*/ 1230189 h 11160125"/>
              <a:gd name="connsiteX1" fmla="*/ 0 w 7216098"/>
              <a:gd name="connsiteY1" fmla="*/ 0 h 11160125"/>
              <a:gd name="connsiteX2" fmla="*/ 7216098 w 7216098"/>
              <a:gd name="connsiteY2" fmla="*/ 5542 h 11160125"/>
              <a:gd name="connsiteX3" fmla="*/ 7209295 w 7216098"/>
              <a:gd name="connsiteY3" fmla="*/ 1230189 h 11160125"/>
              <a:gd name="connsiteX4" fmla="*/ 7209295 w 7216098"/>
              <a:gd name="connsiteY4" fmla="*/ 11133093 h 11160125"/>
              <a:gd name="connsiteX5" fmla="*/ 5979106 w 7216098"/>
              <a:gd name="connsiteY5" fmla="*/ 11160125 h 11160125"/>
              <a:gd name="connsiteX6" fmla="*/ 1251284 w 7216098"/>
              <a:gd name="connsiteY6" fmla="*/ 11160125 h 11160125"/>
              <a:gd name="connsiteX7" fmla="*/ 21095 w 7216098"/>
              <a:gd name="connsiteY7" fmla="*/ 9929936 h 11160125"/>
              <a:gd name="connsiteX8" fmla="*/ 21095 w 7216098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239709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712059 h 11160125"/>
              <a:gd name="connsiteX8" fmla="*/ 9520 w 7204523"/>
              <a:gd name="connsiteY8" fmla="*/ 1230189 h 11160125"/>
              <a:gd name="connsiteX0" fmla="*/ 14288 w 7209291"/>
              <a:gd name="connsiteY0" fmla="*/ 1230189 h 11160125"/>
              <a:gd name="connsiteX1" fmla="*/ 4768 w 7209291"/>
              <a:gd name="connsiteY1" fmla="*/ 0 h 11160125"/>
              <a:gd name="connsiteX2" fmla="*/ 7209291 w 7209291"/>
              <a:gd name="connsiteY2" fmla="*/ 5542 h 11160125"/>
              <a:gd name="connsiteX3" fmla="*/ 7202488 w 7209291"/>
              <a:gd name="connsiteY3" fmla="*/ 1230189 h 11160125"/>
              <a:gd name="connsiteX4" fmla="*/ 7202488 w 7209291"/>
              <a:gd name="connsiteY4" fmla="*/ 11133093 h 11160125"/>
              <a:gd name="connsiteX5" fmla="*/ 5972299 w 7209291"/>
              <a:gd name="connsiteY5" fmla="*/ 11160125 h 11160125"/>
              <a:gd name="connsiteX6" fmla="*/ 1573089 w 7209291"/>
              <a:gd name="connsiteY6" fmla="*/ 11160125 h 11160125"/>
              <a:gd name="connsiteX7" fmla="*/ 0 w 7209291"/>
              <a:gd name="connsiteY7" fmla="*/ 9260743 h 11160125"/>
              <a:gd name="connsiteX8" fmla="*/ 14288 w 7209291"/>
              <a:gd name="connsiteY8" fmla="*/ 1230189 h 11160125"/>
              <a:gd name="connsiteX0" fmla="*/ 14454 w 7209457"/>
              <a:gd name="connsiteY0" fmla="*/ 1230189 h 11160125"/>
              <a:gd name="connsiteX1" fmla="*/ 4934 w 7209457"/>
              <a:gd name="connsiteY1" fmla="*/ 0 h 11160125"/>
              <a:gd name="connsiteX2" fmla="*/ 7209457 w 7209457"/>
              <a:gd name="connsiteY2" fmla="*/ 5542 h 11160125"/>
              <a:gd name="connsiteX3" fmla="*/ 7202654 w 7209457"/>
              <a:gd name="connsiteY3" fmla="*/ 1230189 h 11160125"/>
              <a:gd name="connsiteX4" fmla="*/ 7202654 w 7209457"/>
              <a:gd name="connsiteY4" fmla="*/ 11133093 h 11160125"/>
              <a:gd name="connsiteX5" fmla="*/ 5972465 w 7209457"/>
              <a:gd name="connsiteY5" fmla="*/ 11160125 h 11160125"/>
              <a:gd name="connsiteX6" fmla="*/ 1573255 w 7209457"/>
              <a:gd name="connsiteY6" fmla="*/ 11160125 h 11160125"/>
              <a:gd name="connsiteX7" fmla="*/ 166 w 7209457"/>
              <a:gd name="connsiteY7" fmla="*/ 9260743 h 11160125"/>
              <a:gd name="connsiteX8" fmla="*/ 14454 w 7209457"/>
              <a:gd name="connsiteY8" fmla="*/ 1230189 h 1116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09457" h="11160125" extrusionOk="0">
                <a:moveTo>
                  <a:pt x="14454" y="1230189"/>
                </a:moveTo>
                <a:cubicBezTo>
                  <a:pt x="11281" y="820126"/>
                  <a:pt x="8107" y="410063"/>
                  <a:pt x="4934" y="0"/>
                </a:cubicBezTo>
                <a:lnTo>
                  <a:pt x="7209457" y="5542"/>
                </a:lnTo>
                <a:cubicBezTo>
                  <a:pt x="7207189" y="413758"/>
                  <a:pt x="7204922" y="821973"/>
                  <a:pt x="7202654" y="1230189"/>
                </a:cubicBezTo>
                <a:lnTo>
                  <a:pt x="7202654" y="11133093"/>
                </a:lnTo>
                <a:lnTo>
                  <a:pt x="5972465" y="11160125"/>
                </a:lnTo>
                <a:lnTo>
                  <a:pt x="1573255" y="11160125"/>
                </a:lnTo>
                <a:cubicBezTo>
                  <a:pt x="893840" y="11160125"/>
                  <a:pt x="-14121" y="10562662"/>
                  <a:pt x="166" y="9260743"/>
                </a:cubicBezTo>
                <a:cubicBezTo>
                  <a:pt x="14453" y="7958824"/>
                  <a:pt x="9691" y="3907040"/>
                  <a:pt x="14454" y="123018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</p:sldLayoutIdLst>
  <p:hf hdr="0" ftr="0" dt="0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EA90A00-812F-4883-5189-55A9CEDDD9C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3C0F9BB-2080-562E-96B9-0AEC86CD24B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2B90A236-8299-4649-4F58-1D57EDCFC6E6}"/>
              </a:ext>
            </a:extLst>
          </p:cNvPr>
          <p:cNvSpPr txBox="1"/>
          <p:nvPr/>
        </p:nvSpPr>
        <p:spPr bwMode="auto">
          <a:xfrm>
            <a:off x="986168" y="529075"/>
            <a:ext cx="7406718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Принцип единой ответственности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743AE11-8EA9-9784-488F-2F611BA87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2B5A7-922D-6551-2CF7-D5502592357A}"/>
              </a:ext>
            </a:extLst>
          </p:cNvPr>
          <p:cNvSpPr txBox="1"/>
          <p:nvPr/>
        </p:nvSpPr>
        <p:spPr>
          <a:xfrm>
            <a:off x="566062" y="4145639"/>
            <a:ext cx="18774448" cy="6032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Single Responsibility –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должна быть только одна причина для изменения класса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602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0EF0C3C-D083-EEDF-0928-BC0CDD801D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3A6A2963-3F01-5271-B599-D8B1AA40233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80AFBC6-1188-2489-DF6F-A10AE0F7C3D7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18ADAB25-3C30-FD12-5193-3F9F2E306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AF009-49DF-1B4C-3D8F-2AE6345F8A54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12A90-A9E4-A604-A1F7-560C8E147EB6}"/>
              </a:ext>
            </a:extLst>
          </p:cNvPr>
          <p:cNvSpPr txBox="1"/>
          <p:nvPr/>
        </p:nvSpPr>
        <p:spPr bwMode="auto">
          <a:xfrm>
            <a:off x="4479768" y="4336019"/>
            <a:ext cx="18774448" cy="44966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Это игрок в команде по футболу</a:t>
            </a:r>
            <a:r>
              <a:rPr lang="en-US" dirty="0"/>
              <a:t>.</a:t>
            </a:r>
          </a:p>
          <a:p>
            <a:r>
              <a:rPr lang="ru-RU" dirty="0"/>
              <a:t>Он является </a:t>
            </a:r>
            <a:r>
              <a:rPr lang="ru-RU" b="1" dirty="0"/>
              <a:t>одновременно</a:t>
            </a:r>
            <a:r>
              <a:rPr lang="ru-RU" dirty="0"/>
              <a:t>:</a:t>
            </a:r>
          </a:p>
          <a:p>
            <a:r>
              <a:rPr lang="ru-RU" dirty="0"/>
              <a:t>вратарем</a:t>
            </a:r>
            <a:br>
              <a:rPr lang="ru-RU" dirty="0"/>
            </a:br>
            <a:r>
              <a:rPr lang="ru-RU" dirty="0"/>
              <a:t>нападающим</a:t>
            </a:r>
            <a:br>
              <a:rPr lang="ru-RU" dirty="0"/>
            </a:br>
            <a:r>
              <a:rPr lang="ru-RU" dirty="0"/>
              <a:t>тренером</a:t>
            </a:r>
          </a:p>
          <a:p>
            <a:endParaRPr lang="ru-RU" dirty="0"/>
          </a:p>
        </p:txBody>
      </p:sp>
      <p:pic>
        <p:nvPicPr>
          <p:cNvPr id="3074" name="Picture 2" descr="Цветная иллюстрация футболиста с мячом Футболист в красном бегает и пинает  мяч Спортивная игра Изолированный на белом фоне Векторная графика | Премиум  вектор">
            <a:extLst>
              <a:ext uri="{FF2B5EF4-FFF2-40B4-BE49-F238E27FC236}">
                <a16:creationId xmlns:a16="http://schemas.microsoft.com/office/drawing/2014/main" id="{D1394BB8-D501-3120-8594-E87FEF083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" y="501333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0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E32C84-2F66-44CF-04A9-A10B1A786B5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F3EB9BC1-083A-FF19-3879-900B3D2D251F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6A85FF0-3BFB-A9A3-71DA-5ECAE8BDEE1F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A91ED309-0C63-702A-B3AA-5ECBE7BC9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CE605-7E47-A176-DB08-3E70E2D9080B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074" name="Picture 2" descr="Цветная иллюстрация футболиста с мячом Футболист в красном бегает и пинает  мяч Спортивная игра Изолированный на белом фоне Векторная графика | Премиум  вектор">
            <a:extLst>
              <a:ext uri="{FF2B5EF4-FFF2-40B4-BE49-F238E27FC236}">
                <a16:creationId xmlns:a16="http://schemas.microsoft.com/office/drawing/2014/main" id="{C6074432-BBAE-D51F-D25B-A017DA36A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" y="501333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3DF505-6720-4618-4F5E-0C99B5EB9A75}"/>
              </a:ext>
            </a:extLst>
          </p:cNvPr>
          <p:cNvSpPr txBox="1"/>
          <p:nvPr/>
        </p:nvSpPr>
        <p:spPr bwMode="auto">
          <a:xfrm>
            <a:off x="4599837" y="4319334"/>
            <a:ext cx="18774448" cy="385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Что произойдёт если</a:t>
            </a:r>
            <a:r>
              <a:rPr lang="ru-RU" dirty="0"/>
              <a:t>?</a:t>
            </a:r>
          </a:p>
          <a:p>
            <a:r>
              <a:rPr lang="ru-RU" dirty="0"/>
              <a:t>Если он заболел — команды нет.</a:t>
            </a:r>
            <a:br>
              <a:rPr lang="ru-RU" dirty="0"/>
            </a:br>
            <a:r>
              <a:rPr lang="ru-RU" dirty="0"/>
              <a:t>Если нужно учить новую тактику — он перегружен,</a:t>
            </a:r>
            <a:r>
              <a:rPr lang="en-US" dirty="0"/>
              <a:t> </a:t>
            </a:r>
            <a:r>
              <a:rPr lang="ru-RU" dirty="0"/>
              <a:t>так как выполняет несколько ролей.</a:t>
            </a:r>
          </a:p>
          <a:p>
            <a:r>
              <a:rPr lang="ru-RU" dirty="0"/>
              <a:t>Команда становится слабой, потому что нет распределения ролей.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3504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BBF093-A026-7376-64AD-4FDE5774E58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C894036B-6679-43F0-6603-25487FDB778F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488CF914-A344-031A-98C1-78BFF7E79EB2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EB90B83-C0AA-21B4-837C-F69CB1D0E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44258-064A-B292-B1DA-9B6451DF3EA3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074" name="Picture 2" descr="Цветная иллюстрация футболиста с мячом Футболист в красном бегает и пинает  мяч Спортивная игра Изолированный на белом фоне Векторная графика | Премиум  вектор">
            <a:extLst>
              <a:ext uri="{FF2B5EF4-FFF2-40B4-BE49-F238E27FC236}">
                <a16:creationId xmlns:a16="http://schemas.microsoft.com/office/drawing/2014/main" id="{9539615E-4935-7354-6523-FBA2A8164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" y="501333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ACA66E-CD13-7B7B-0AB9-0E6B26C80CCB}"/>
              </a:ext>
            </a:extLst>
          </p:cNvPr>
          <p:cNvSpPr txBox="1"/>
          <p:nvPr/>
        </p:nvSpPr>
        <p:spPr bwMode="auto">
          <a:xfrm>
            <a:off x="4599837" y="4319334"/>
            <a:ext cx="14572083" cy="385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Как </a:t>
            </a:r>
            <a:r>
              <a:rPr lang="ru-RU" b="1" dirty="0" err="1"/>
              <a:t>фиксить</a:t>
            </a:r>
            <a:r>
              <a:rPr lang="ru-RU" b="1" dirty="0"/>
              <a:t>?</a:t>
            </a:r>
            <a:endParaRPr lang="ru-RU" dirty="0"/>
          </a:p>
          <a:p>
            <a:r>
              <a:rPr lang="ru-RU" dirty="0"/>
              <a:t>Дать ему только 1 роль</a:t>
            </a:r>
            <a:r>
              <a:rPr lang="en-US" dirty="0"/>
              <a:t> – </a:t>
            </a:r>
            <a:r>
              <a:rPr lang="ru-RU" dirty="0"/>
              <a:t>1 причину для изменения</a:t>
            </a:r>
            <a:r>
              <a:rPr lang="en-US" dirty="0"/>
              <a:t>.</a:t>
            </a:r>
          </a:p>
          <a:p>
            <a:r>
              <a:rPr lang="ru-RU" dirty="0"/>
              <a:t>Если сделать его атакующим</a:t>
            </a:r>
            <a:r>
              <a:rPr lang="en-US" dirty="0"/>
              <a:t>, </a:t>
            </a:r>
            <a:r>
              <a:rPr lang="ru-RU" dirty="0"/>
              <a:t>то единственная причина для изменения – это его поведение при атаке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380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F9ADE9E-EAC9-C375-00B0-AE9ABCC9B8F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E52636E-9E20-02A0-9309-AA24EC3BB1CC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10CA9CAF-F629-863F-A541-FDC167703CF2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A7D2AEDE-5CBB-2FA8-77E5-132A01D1D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8F707-9EDC-8020-6FDD-F103AF49E41B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54031-EDAC-C81F-9E75-347480B3F0C3}"/>
              </a:ext>
            </a:extLst>
          </p:cNvPr>
          <p:cNvSpPr txBox="1"/>
          <p:nvPr/>
        </p:nvSpPr>
        <p:spPr bwMode="auto">
          <a:xfrm>
            <a:off x="9199694" y="2636996"/>
            <a:ext cx="10599606" cy="94395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Проблемы</a:t>
            </a:r>
            <a:endParaRPr lang="en-US" b="1" dirty="0"/>
          </a:p>
          <a:p>
            <a:r>
              <a:rPr lang="ru-RU" dirty="0"/>
              <a:t>При усложнении логики класс станет в несколько раз больше</a:t>
            </a:r>
            <a:br>
              <a:rPr lang="ru-RU" dirty="0"/>
            </a:br>
            <a:r>
              <a:rPr lang="ru-RU" dirty="0"/>
              <a:t>Станет тяжелее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Осознавать что происходит и что с чем взаимодействует. Так как нет единой зоны ответственности и мы делаем все сразу</a:t>
            </a:r>
            <a:r>
              <a:rPr lang="en-US" dirty="0"/>
              <a:t> -</a:t>
            </a:r>
            <a:r>
              <a:rPr lang="ru-RU" dirty="0"/>
              <a:t> придется вчитываться в каждый метод</a:t>
            </a:r>
            <a:r>
              <a:rPr lang="en-US" dirty="0"/>
              <a:t> </a:t>
            </a:r>
            <a:endParaRPr lang="ru-RU" dirty="0"/>
          </a:p>
          <a:p>
            <a:pPr marL="514350" indent="-514350">
              <a:buFontTx/>
              <a:buAutoNum type="arabicPeriod"/>
            </a:pPr>
            <a:r>
              <a:rPr lang="ru-RU" dirty="0"/>
              <a:t>Если сломается что-то одно</a:t>
            </a:r>
            <a:r>
              <a:rPr lang="en-US" dirty="0"/>
              <a:t>, </a:t>
            </a:r>
            <a:r>
              <a:rPr lang="ru-RU" dirty="0"/>
              <a:t>то скорее всего и что-то другое</a:t>
            </a:r>
            <a:br>
              <a:rPr lang="ru-RU" dirty="0"/>
            </a:br>
            <a:r>
              <a:rPr lang="ru-RU" dirty="0"/>
              <a:t>Например </a:t>
            </a:r>
            <a:r>
              <a:rPr lang="en-US" dirty="0" err="1"/>
              <a:t>SaveToFile</a:t>
            </a:r>
            <a:r>
              <a:rPr lang="en-US" dirty="0"/>
              <a:t> </a:t>
            </a:r>
            <a:r>
              <a:rPr lang="ru-RU" dirty="0"/>
              <a:t>будет вызвать </a:t>
            </a:r>
            <a:r>
              <a:rPr lang="en-US" dirty="0" err="1"/>
              <a:t>GenerateText</a:t>
            </a:r>
            <a:r>
              <a:rPr lang="ru-RU" dirty="0"/>
              <a:t> и при изменении </a:t>
            </a:r>
            <a:r>
              <a:rPr lang="en-US" dirty="0" err="1"/>
              <a:t>GenerateText</a:t>
            </a:r>
            <a:r>
              <a:rPr lang="en-US" dirty="0"/>
              <a:t> </a:t>
            </a:r>
            <a:r>
              <a:rPr lang="ru-RU" dirty="0"/>
              <a:t>мы сломаем и этот метод и </a:t>
            </a:r>
            <a:r>
              <a:rPr lang="en-US" dirty="0" err="1"/>
              <a:t>SaveToFile</a:t>
            </a:r>
            <a:r>
              <a:rPr lang="ru-RU" dirty="0"/>
              <a:t> </a:t>
            </a:r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65A5D9A-2156-334C-4AF3-EA356090B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30796" y="5211707"/>
            <a:ext cx="7772400" cy="141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2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E0D61F-64F4-2C13-F7BD-E25417DEF77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56E05D0D-2AB8-96B0-B7A8-99018EA168B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6320EAEC-F052-321A-D596-3B773D8908F5}"/>
              </a:ext>
            </a:extLst>
          </p:cNvPr>
          <p:cNvSpPr txBox="1"/>
          <p:nvPr/>
        </p:nvSpPr>
        <p:spPr bwMode="auto">
          <a:xfrm>
            <a:off x="214440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Условие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9732F9E-0D6E-57BA-00EA-8D607FA89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E1BC4-0EB0-61AF-9A3C-842FB8C3A3B3}"/>
              </a:ext>
            </a:extLst>
          </p:cNvPr>
          <p:cNvSpPr txBox="1"/>
          <p:nvPr/>
        </p:nvSpPr>
        <p:spPr bwMode="auto">
          <a:xfrm>
            <a:off x="6436174" y="5580062"/>
            <a:ext cx="11102340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скрин и рассказываем что вам дано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839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774A9-3974-851E-A877-B3FBC2FFE36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8E9B7A80-E6AB-3B88-F6D0-B962382E85C8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BAD4BB3-AE45-9666-8EDD-F17C8E8189E8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Проблемы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E8302A22-0DE8-57AD-74C3-779167482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7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CB7EB-CCE5-D47E-999C-0C13C708DB26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8D993-7497-618A-CDCB-0C66BC03DBE5}"/>
              </a:ext>
            </a:extLst>
          </p:cNvPr>
          <p:cNvSpPr txBox="1"/>
          <p:nvPr/>
        </p:nvSpPr>
        <p:spPr bwMode="auto">
          <a:xfrm>
            <a:off x="4390971" y="5580062"/>
            <a:ext cx="13355506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проблемные места (лучше скринами) и что с ними не так 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8807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2E7E1D-A29F-B532-8FEC-C9EC38F580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FF8A0F2E-BA84-B29F-9FF2-CC078361BA5E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0E80120-1F8D-A619-80D8-51F96053050A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0E5CDCE-616E-1D1C-2FFA-B089EBBA6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8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878D1-06BF-24EB-516F-BDAC5CCE9A7C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5BFAC-73C3-70E3-831E-11D8B9DBF7CC}"/>
              </a:ext>
            </a:extLst>
          </p:cNvPr>
          <p:cNvSpPr txBox="1"/>
          <p:nvPr/>
        </p:nvSpPr>
        <p:spPr bwMode="auto">
          <a:xfrm>
            <a:off x="3672047" y="5580062"/>
            <a:ext cx="15134270" cy="4727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то как вы решили проблемы (скринами) и почему выбрали такое решение</a:t>
            </a:r>
            <a:r>
              <a:rPr lang="en-US" b="1" dirty="0"/>
              <a:t>. </a:t>
            </a:r>
          </a:p>
          <a:p>
            <a:r>
              <a:rPr lang="ru-RU" b="1" dirty="0"/>
              <a:t>ВАЖНО уметь ответить вопрос ПОЧЕМУ</a:t>
            </a:r>
            <a:r>
              <a:rPr lang="en-US" b="1" dirty="0"/>
              <a:t>.</a:t>
            </a:r>
          </a:p>
          <a:p>
            <a:r>
              <a:rPr lang="ru-RU" b="1" dirty="0"/>
              <a:t>Можете не успеть все проблемы решить – это </a:t>
            </a:r>
            <a:r>
              <a:rPr lang="ru-RU" b="1" dirty="0" err="1"/>
              <a:t>ок</a:t>
            </a:r>
            <a:r>
              <a:rPr lang="en-US" b="1" dirty="0"/>
              <a:t>.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2622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</TotalTime>
  <Words>472</Words>
  <Application>Microsoft Macintosh PowerPoint</Application>
  <DocSecurity>0</DocSecurity>
  <PresentationFormat>Произвольный</PresentationFormat>
  <Paragraphs>67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Tinkoff Sans</vt:lpstr>
      <vt:lpstr>Wingdings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Пальцева Злата Игоревна</cp:lastModifiedBy>
  <cp:revision>690</cp:revision>
  <dcterms:modified xsi:type="dcterms:W3CDTF">2025-11-19T21:38:43Z</dcterms:modified>
  <cp:category/>
  <dc:identifier/>
  <cp:contentStatus/>
  <dc:language/>
  <cp:version/>
</cp:coreProperties>
</file>