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1"/>
  </p:notesMasterIdLst>
  <p:sldIdLst>
    <p:sldId id="835" r:id="rId2"/>
    <p:sldId id="837" r:id="rId3"/>
    <p:sldId id="846" r:id="rId4"/>
    <p:sldId id="847" r:id="rId5"/>
    <p:sldId id="848" r:id="rId6"/>
    <p:sldId id="849" r:id="rId7"/>
    <p:sldId id="836" r:id="rId8"/>
    <p:sldId id="841" r:id="rId9"/>
    <p:sldId id="842" r:id="rId10"/>
  </p:sldIdLst>
  <p:sldSz cx="19799300" cy="11160125"/>
  <p:notesSz cx="19799300" cy="11160125"/>
  <p:embeddedFontLst>
    <p:embeddedFont>
      <p:font typeface="Tinkoff Sans" panose="02000506050000020004" pitchFamily="2" charset="0"/>
      <p:regular r:id="rId12"/>
      <p:bold r:id="rId13"/>
    </p:embeddedFont>
  </p:embeddedFontLst>
  <p:defaultTextStyle>
    <a:defPPr marL="0" marR="0" indent="0" algn="l" defTabSz="900059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lang="ru-RU" sz="175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1pPr>
    <a:lvl2pPr marL="0" marR="0" indent="450028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2pPr>
    <a:lvl3pPr marL="0" marR="0" indent="90005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3pPr>
    <a:lvl4pPr marL="0" marR="0" indent="135008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4pPr>
    <a:lvl5pPr marL="0" marR="0" indent="1800119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5pPr>
    <a:lvl6pPr marL="0" marR="0" indent="225014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6pPr>
    <a:lvl7pPr marL="0" marR="0" indent="270017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7pPr>
    <a:lvl8pPr marL="0" marR="0" indent="3150205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8pPr>
    <a:lvl9pPr marL="0" marR="0" indent="3600236" algn="l" defTabSz="450028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750" b="0" i="0" u="none" strike="noStrike" cap="none" spc="0">
        <a:ln>
          <a:noFill/>
        </a:ln>
        <a:solidFill>
          <a:srgbClr val="000000"/>
        </a:solidFill>
        <a:latin typeface="Tinkoff Sans"/>
        <a:ea typeface="Tinkoff Sans"/>
        <a:cs typeface="Tinkoff San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2DF8AF6-2A87-3145-9D09-616B29C3269E}">
          <p14:sldIdLst/>
        </p14:section>
        <p14:section name="теория" id="{FE05C58F-8341-7341-96BA-48E279C60E78}">
          <p14:sldIdLst>
            <p14:sldId id="835"/>
            <p14:sldId id="837"/>
            <p14:sldId id="846"/>
            <p14:sldId id="847"/>
            <p14:sldId id="848"/>
            <p14:sldId id="849"/>
            <p14:sldId id="836"/>
            <p14:sldId id="841"/>
            <p14:sldId id="842"/>
          </p14:sldIdLst>
        </p14:section>
      </p14:sectionLst>
    </p:ext>
    <p:ext uri="{EFAFB233-063F-42B5-8137-9DF3F51BA10A}">
      <p15:sldGuideLst xmlns:p15="http://schemas.microsoft.com/office/powerpoint/2012/main">
        <p15:guide id="1" pos="6236">
          <p15:clr>
            <a:srgbClr val="A4A3A4"/>
          </p15:clr>
        </p15:guide>
        <p15:guide id="2" orient="horz" pos="3515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E43FDF-ECDA-34A3-ADE7-C7DA831C0A0E}" name="Пальцева Злата Игоревна" initials="ПЗИ" userId="S::zipaltseva@edu.hse.ru::5bf150a5-51ad-4db6-bc5e-a3cea9dac2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18"/>
    <p:restoredTop sz="94709"/>
  </p:normalViewPr>
  <p:slideViewPr>
    <p:cSldViewPr snapToGrid="0" snapToObjects="1" showGuides="1">
      <p:cViewPr varScale="1">
        <p:scale>
          <a:sx n="63" d="100"/>
          <a:sy n="63" d="100"/>
        </p:scale>
        <p:origin x="200" y="344"/>
      </p:cViewPr>
      <p:guideLst>
        <p:guide pos="6236"/>
        <p:guide orient="horz" pos="351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>
      <a:defRPr sz="1400" b="0" i="0">
        <a:solidFill>
          <a:schemeClr val="tx1"/>
        </a:solidFill>
        <a:highlight>
          <a:srgbClr val="FFFF00"/>
        </a:highlight>
        <a:latin typeface="Tinkoff Sans"/>
        <a:ea typeface="+mj-ea"/>
        <a:cs typeface="+mj-cs"/>
      </a:defRPr>
    </a:lvl1pPr>
    <a:lvl2pPr indent="225015">
      <a:defRPr sz="1200">
        <a:latin typeface="+mj-lt"/>
        <a:ea typeface="+mj-ea"/>
        <a:cs typeface="+mj-cs"/>
      </a:defRPr>
    </a:lvl2pPr>
    <a:lvl3pPr indent="450029">
      <a:defRPr sz="1200">
        <a:latin typeface="+mj-lt"/>
        <a:ea typeface="+mj-ea"/>
        <a:cs typeface="+mj-cs"/>
      </a:defRPr>
    </a:lvl3pPr>
    <a:lvl4pPr indent="675045">
      <a:defRPr sz="1200">
        <a:latin typeface="+mj-lt"/>
        <a:ea typeface="+mj-ea"/>
        <a:cs typeface="+mj-cs"/>
      </a:defRPr>
    </a:lvl4pPr>
    <a:lvl5pPr indent="900060">
      <a:defRPr sz="1200">
        <a:latin typeface="+mj-lt"/>
        <a:ea typeface="+mj-ea"/>
        <a:cs typeface="+mj-cs"/>
      </a:defRPr>
    </a:lvl5pPr>
    <a:lvl6pPr indent="1125075">
      <a:defRPr sz="1200">
        <a:latin typeface="+mj-lt"/>
        <a:ea typeface="+mj-ea"/>
        <a:cs typeface="+mj-cs"/>
      </a:defRPr>
    </a:lvl6pPr>
    <a:lvl7pPr indent="1350086">
      <a:defRPr sz="1200">
        <a:latin typeface="+mj-lt"/>
        <a:ea typeface="+mj-ea"/>
        <a:cs typeface="+mj-cs"/>
      </a:defRPr>
    </a:lvl7pPr>
    <a:lvl8pPr indent="1575102">
      <a:defRPr sz="1200">
        <a:latin typeface="+mj-lt"/>
        <a:ea typeface="+mj-ea"/>
        <a:cs typeface="+mj-cs"/>
      </a:defRPr>
    </a:lvl8pPr>
    <a:lvl9pPr indent="1800120">
      <a:defRPr sz="1200"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8D33-A14C-8547-A40C-1E45C1F7369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763A5210-706B-0F58-7292-86731141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D4C565B-4923-8F65-5726-FC6F25DCE4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84282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BAE47-EC55-45F1-2A89-9C6ABE23BC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9E8EB4D5-125D-F5AF-885F-EC2815769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D23334B4-C07D-6CD0-5962-B024DD5343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26621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4262-324B-EDE9-851A-331A179E1E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048457D9-B391-90B6-BEAC-8B692C440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C3D9B656-2333-5224-0E9D-FBD0A9DA1A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37123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8C837-84AC-F274-87F1-F3A3A284F8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C7FC430A-EACB-358B-C014-0ECB19696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9F168787-38B4-2259-627B-6A07098409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982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68D01-EC84-B2F4-51E1-1BB9EC04F73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5DE45257-8A80-F576-F4D2-1B1B5B3CE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EA0F756D-A284-5CD1-1439-782D7D32B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Слайд </a:t>
            </a:r>
            <a:r>
              <a:rPr lang="ru-RU" dirty="0" err="1"/>
              <a:t>текст+картинка</a:t>
            </a:r>
            <a:endParaRPr dirty="0"/>
          </a:p>
          <a:p>
            <a:pPr>
              <a:defRPr/>
            </a:pPr>
            <a:r>
              <a:rPr lang="ru-RU" dirty="0"/>
              <a:t>Нажмите на заполнитель с картинкой и подгрузите ваше изображение</a:t>
            </a:r>
            <a:endParaRPr dirty="0"/>
          </a:p>
          <a:p>
            <a:pPr>
              <a:defRPr/>
            </a:pPr>
            <a:r>
              <a:rPr lang="ru-RU" dirty="0"/>
              <a:t>При необходимости подвижные элементы можно перемешать</a:t>
            </a:r>
            <a:r>
              <a:rPr lang="en-US" dirty="0"/>
              <a:t> </a:t>
            </a:r>
            <a:r>
              <a:rPr lang="ru-RU" dirty="0"/>
              <a:t>или дублировать/копировать</a:t>
            </a:r>
            <a:endParaRPr dirty="0"/>
          </a:p>
          <a:p>
            <a:pPr>
              <a:defRPr/>
            </a:pPr>
            <a:r>
              <a:rPr lang="ru-RU" dirty="0"/>
              <a:t>Ссылка на библиотеку картинок на слайде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82360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789E-C978-C2CA-ECB5-D92D2B6A6C0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B7189E4B-B585-191F-61E8-48089D4E0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62FC6FE2-7F87-974B-05FC-07B6D3CCA7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dirty="0"/>
              <a:t>Слайд </a:t>
            </a:r>
            <a:r>
              <a:rPr lang="ru-RU" dirty="0" err="1"/>
              <a:t>текст+картинка</a:t>
            </a:r>
            <a:endParaRPr dirty="0"/>
          </a:p>
          <a:p>
            <a:pPr>
              <a:defRPr/>
            </a:pPr>
            <a:r>
              <a:rPr lang="ru-RU" dirty="0"/>
              <a:t>Нажмите на заполнитель с картинкой и подгрузите ваше изображение</a:t>
            </a:r>
            <a:endParaRPr dirty="0"/>
          </a:p>
          <a:p>
            <a:pPr>
              <a:defRPr/>
            </a:pPr>
            <a:r>
              <a:rPr lang="ru-RU" dirty="0"/>
              <a:t>При необходимости подвижные элементы можно перемешать</a:t>
            </a:r>
            <a:r>
              <a:rPr lang="en-US" dirty="0"/>
              <a:t> </a:t>
            </a:r>
            <a:r>
              <a:rPr lang="ru-RU" dirty="0"/>
              <a:t>или дублировать/копировать</a:t>
            </a:r>
            <a:endParaRPr dirty="0"/>
          </a:p>
          <a:p>
            <a:pPr>
              <a:defRPr/>
            </a:pPr>
            <a:r>
              <a:rPr lang="ru-RU" dirty="0"/>
              <a:t>Ссылка на библиотеку картинок на слайде 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0596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DA42D-C033-A9ED-7711-1987ECE321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D93A77E0-5B0E-0910-E209-B4FB68D0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B1306929-FD45-A9CB-5862-F2B7B3AFA3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2686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2CD5E-6BDF-2CC3-F4B0-C11511A5A0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30D1D36A-EBC3-C3B5-1079-DD5AFCE06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35AB6DE5-C2D1-08D1-7946-5F122BECAE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97396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5DFC-3706-66E7-26D5-46DAD92E46A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409768" name="Образ слайда 1">
            <a:extLst>
              <a:ext uri="{FF2B5EF4-FFF2-40B4-BE49-F238E27FC236}">
                <a16:creationId xmlns:a16="http://schemas.microsoft.com/office/drawing/2014/main" id="{1DFB1C3B-DA4B-A828-D95C-327724899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7350" y="685800"/>
            <a:ext cx="6083300" cy="3429000"/>
          </a:xfrm>
        </p:spPr>
      </p:sp>
      <p:sp>
        <p:nvSpPr>
          <p:cNvPr id="337929442" name="Заметки 2">
            <a:extLst>
              <a:ext uri="{FF2B5EF4-FFF2-40B4-BE49-F238E27FC236}">
                <a16:creationId xmlns:a16="http://schemas.microsoft.com/office/drawing/2014/main" id="{FD66F112-037D-AF08-EB72-87A0D4BBD6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Слайд текст+картинка</a:t>
            </a:r>
            <a:endParaRPr/>
          </a:p>
          <a:p>
            <a:pPr>
              <a:defRPr/>
            </a:pPr>
            <a:r>
              <a:rPr lang="ru-RU"/>
              <a:t>Нажмите на заполнитель с картинкой и подгрузите ваше изображение</a:t>
            </a:r>
            <a:endParaRPr/>
          </a:p>
          <a:p>
            <a:pPr>
              <a:defRPr/>
            </a:pPr>
            <a:r>
              <a:rPr lang="ru-RU"/>
              <a:t>При необходимости подвижные элементы можно перемешать</a:t>
            </a:r>
            <a:r>
              <a:rPr lang="en-US"/>
              <a:t> </a:t>
            </a:r>
            <a:r>
              <a:rPr lang="ru-RU"/>
              <a:t>или дублировать/копировать</a:t>
            </a:r>
            <a:endParaRPr/>
          </a:p>
          <a:p>
            <a:pPr>
              <a:defRPr/>
            </a:pPr>
            <a:r>
              <a:rPr lang="ru-RU"/>
              <a:t>Ссылка на библиотеку картинок на слайде 7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71450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9"/>
            <a:ext cx="3899344" cy="1527243"/>
          </a:xfrm>
          <a:prstGeom prst="rect">
            <a:avLst/>
          </a:prstGeom>
        </p:spPr>
      </p:pic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9899651" y="0"/>
            <a:ext cx="9898908" cy="10440988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59131"/>
              <a:gd name="connsiteX1" fmla="*/ 12141670 w 12141670"/>
              <a:gd name="connsiteY1" fmla="*/ 0 h 10359131"/>
              <a:gd name="connsiteX2" fmla="*/ 12132478 w 12141670"/>
              <a:gd name="connsiteY2" fmla="*/ 10351376 h 10359131"/>
              <a:gd name="connsiteX3" fmla="*/ 2436612 w 12141670"/>
              <a:gd name="connsiteY3" fmla="*/ 10358966 h 10359131"/>
              <a:gd name="connsiteX4" fmla="*/ 525713 w 12141670"/>
              <a:gd name="connsiteY4" fmla="*/ 9795105 h 10359131"/>
              <a:gd name="connsiteX5" fmla="*/ 38614 w 12141670"/>
              <a:gd name="connsiteY5" fmla="*/ 8801207 h 10359131"/>
              <a:gd name="connsiteX6" fmla="*/ 25987 w 12141670"/>
              <a:gd name="connsiteY6" fmla="*/ 7210254 h 10359131"/>
              <a:gd name="connsiteX7" fmla="*/ 19421 w 12141670"/>
              <a:gd name="connsiteY7" fmla="*/ 5543 h 1035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41670" h="10359131" extrusionOk="0">
                <a:moveTo>
                  <a:pt x="19421" y="5543"/>
                </a:moveTo>
                <a:lnTo>
                  <a:pt x="12141670" y="0"/>
                </a:lnTo>
                <a:cubicBezTo>
                  <a:pt x="12138606" y="3454533"/>
                  <a:pt x="12135542" y="6896843"/>
                  <a:pt x="12132478" y="10351376"/>
                </a:cubicBezTo>
                <a:lnTo>
                  <a:pt x="2436612" y="10358966"/>
                </a:lnTo>
                <a:cubicBezTo>
                  <a:pt x="1353219" y="10366550"/>
                  <a:pt x="863858" y="10112604"/>
                  <a:pt x="525713" y="9795105"/>
                </a:cubicBezTo>
                <a:cubicBezTo>
                  <a:pt x="187568" y="9477606"/>
                  <a:pt x="121902" y="9232015"/>
                  <a:pt x="38614" y="8801207"/>
                </a:cubicBezTo>
                <a:cubicBezTo>
                  <a:pt x="-44674" y="8370399"/>
                  <a:pt x="33919" y="7445423"/>
                  <a:pt x="25987" y="7210254"/>
                </a:cubicBezTo>
                <a:cubicBezTo>
                  <a:pt x="18055" y="6975085"/>
                  <a:pt x="11378" y="2453087"/>
                  <a:pt x="19421" y="5543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1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" name="Прямоугольник 1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rcRect t="4375" b="12816"/>
          <a:stretch/>
        </p:blipFill>
        <p:spPr bwMode="auto">
          <a:xfrm>
            <a:off x="0" y="-1"/>
            <a:ext cx="19823463" cy="1116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скругленным углом 1"/>
          <p:cNvSpPr/>
          <p:nvPr userDrawn="1"/>
        </p:nvSpPr>
        <p:spPr bwMode="auto">
          <a:xfrm flipH="1" flipV="1">
            <a:off x="7161025" y="-2"/>
            <a:ext cx="12255499" cy="10440990"/>
          </a:xfrm>
          <a:prstGeom prst="round1Rect">
            <a:avLst>
              <a:gd name="adj" fmla="val 16115"/>
            </a:avLst>
          </a:pr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Прямоугольник с одним скругленным углом 2"/>
          <p:cNvSpPr/>
          <p:nvPr userDrawn="1"/>
        </p:nvSpPr>
        <p:spPr bwMode="auto">
          <a:xfrm flipH="1" flipV="1">
            <a:off x="13307828" y="0"/>
            <a:ext cx="6491472" cy="10440988"/>
          </a:xfrm>
          <a:custGeom>
            <a:avLst/>
            <a:gdLst>
              <a:gd name="connsiteX0" fmla="*/ 0 w 6108700"/>
              <a:gd name="connsiteY0" fmla="*/ 0 h 10287006"/>
              <a:gd name="connsiteX1" fmla="*/ 4481953 w 6108700"/>
              <a:gd name="connsiteY1" fmla="*/ 0 h 10287006"/>
              <a:gd name="connsiteX2" fmla="*/ 6108700 w 6108700"/>
              <a:gd name="connsiteY2" fmla="*/ 1626747 h 10287006"/>
              <a:gd name="connsiteX3" fmla="*/ 6108700 w 6108700"/>
              <a:gd name="connsiteY3" fmla="*/ 10287006 h 10287006"/>
              <a:gd name="connsiteX4" fmla="*/ 0 w 6108700"/>
              <a:gd name="connsiteY4" fmla="*/ 10287006 h 10287006"/>
              <a:gd name="connsiteX5" fmla="*/ 0 w 6108700"/>
              <a:gd name="connsiteY5" fmla="*/ 0 h 10287006"/>
              <a:gd name="connsiteX0" fmla="*/ 382772 w 6491472"/>
              <a:gd name="connsiteY0" fmla="*/ 0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382772 w 6491472"/>
              <a:gd name="connsiteY5" fmla="*/ 0 h 10287006"/>
              <a:gd name="connsiteX0" fmla="*/ 0 w 6491472"/>
              <a:gd name="connsiteY0" fmla="*/ 21265 h 10287006"/>
              <a:gd name="connsiteX1" fmla="*/ 4864725 w 6491472"/>
              <a:gd name="connsiteY1" fmla="*/ 0 h 10287006"/>
              <a:gd name="connsiteX2" fmla="*/ 6491472 w 6491472"/>
              <a:gd name="connsiteY2" fmla="*/ 1626747 h 10287006"/>
              <a:gd name="connsiteX3" fmla="*/ 6491472 w 6491472"/>
              <a:gd name="connsiteY3" fmla="*/ 10287006 h 10287006"/>
              <a:gd name="connsiteX4" fmla="*/ 0 w 6491472"/>
              <a:gd name="connsiteY4" fmla="*/ 10287006 h 10287006"/>
              <a:gd name="connsiteX5" fmla="*/ 0 w 6491472"/>
              <a:gd name="connsiteY5" fmla="*/ 21265 h 10287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91472" h="10287006" extrusionOk="0">
                <a:moveTo>
                  <a:pt x="0" y="21265"/>
                </a:moveTo>
                <a:lnTo>
                  <a:pt x="4864725" y="0"/>
                </a:lnTo>
                <a:cubicBezTo>
                  <a:pt x="5763153" y="0"/>
                  <a:pt x="6491472" y="728319"/>
                  <a:pt x="6491472" y="1626747"/>
                </a:cubicBezTo>
                <a:lnTo>
                  <a:pt x="6491472" y="10287006"/>
                </a:lnTo>
                <a:lnTo>
                  <a:pt x="0" y="10287006"/>
                </a:lnTo>
                <a:lnTo>
                  <a:pt x="0" y="21265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6800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1563859" y="5544"/>
            <a:ext cx="8234700" cy="10435444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32481"/>
              <a:gd name="connsiteY0" fmla="*/ 0 h 10388036"/>
              <a:gd name="connsiteX1" fmla="*/ 8709658 w 12132481"/>
              <a:gd name="connsiteY1" fmla="*/ 12745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2132481"/>
              <a:gd name="connsiteY0" fmla="*/ 0 h 10388036"/>
              <a:gd name="connsiteX1" fmla="*/ 10100408 w 12132481"/>
              <a:gd name="connsiteY1" fmla="*/ 31033 h 10388036"/>
              <a:gd name="connsiteX2" fmla="*/ 12132478 w 12132481"/>
              <a:gd name="connsiteY2" fmla="*/ 10388036 h 10388036"/>
              <a:gd name="connsiteX3" fmla="*/ 2436612 w 12132481"/>
              <a:gd name="connsiteY3" fmla="*/ 10353423 h 10388036"/>
              <a:gd name="connsiteX4" fmla="*/ 525713 w 12132481"/>
              <a:gd name="connsiteY4" fmla="*/ 9789562 h 10388036"/>
              <a:gd name="connsiteX5" fmla="*/ 38614 w 12132481"/>
              <a:gd name="connsiteY5" fmla="*/ 8795664 h 10388036"/>
              <a:gd name="connsiteX6" fmla="*/ 25987 w 12132481"/>
              <a:gd name="connsiteY6" fmla="*/ 7204711 h 10388036"/>
              <a:gd name="connsiteX7" fmla="*/ 19421 w 12132481"/>
              <a:gd name="connsiteY7" fmla="*/ 0 h 10388036"/>
              <a:gd name="connsiteX0" fmla="*/ 19421 w 10100408"/>
              <a:gd name="connsiteY0" fmla="*/ 0 h 10369748"/>
              <a:gd name="connsiteX1" fmla="*/ 10100408 w 10100408"/>
              <a:gd name="connsiteY1" fmla="*/ 31033 h 10369748"/>
              <a:gd name="connsiteX2" fmla="*/ 10068785 w 10100408"/>
              <a:gd name="connsiteY2" fmla="*/ 10369748 h 10369748"/>
              <a:gd name="connsiteX3" fmla="*/ 2436612 w 10100408"/>
              <a:gd name="connsiteY3" fmla="*/ 10353423 h 10369748"/>
              <a:gd name="connsiteX4" fmla="*/ 525713 w 10100408"/>
              <a:gd name="connsiteY4" fmla="*/ 9789562 h 10369748"/>
              <a:gd name="connsiteX5" fmla="*/ 38614 w 10100408"/>
              <a:gd name="connsiteY5" fmla="*/ 8795664 h 10369748"/>
              <a:gd name="connsiteX6" fmla="*/ 25987 w 10100408"/>
              <a:gd name="connsiteY6" fmla="*/ 7204711 h 10369748"/>
              <a:gd name="connsiteX7" fmla="*/ 19421 w 10100408"/>
              <a:gd name="connsiteY7" fmla="*/ 0 h 10369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100408" h="10369748" extrusionOk="0">
                <a:moveTo>
                  <a:pt x="19421" y="0"/>
                </a:moveTo>
                <a:lnTo>
                  <a:pt x="10100408" y="31033"/>
                </a:lnTo>
                <a:cubicBezTo>
                  <a:pt x="10097344" y="3485566"/>
                  <a:pt x="10071849" y="6915215"/>
                  <a:pt x="10068785" y="10369748"/>
                </a:cubicBezTo>
                <a:lnTo>
                  <a:pt x="2436612" y="10353423"/>
                </a:lnTo>
                <a:cubicBezTo>
                  <a:pt x="1353219" y="10361007"/>
                  <a:pt x="863858" y="10107061"/>
                  <a:pt x="525713" y="9789562"/>
                </a:cubicBezTo>
                <a:cubicBezTo>
                  <a:pt x="187568" y="9472063"/>
                  <a:pt x="121902" y="9226472"/>
                  <a:pt x="38614" y="8795664"/>
                </a:cubicBezTo>
                <a:cubicBezTo>
                  <a:pt x="-44674" y="8364856"/>
                  <a:pt x="33919" y="7439880"/>
                  <a:pt x="25987" y="7204711"/>
                </a:cubicBezTo>
                <a:cubicBezTo>
                  <a:pt x="18055" y="6969542"/>
                  <a:pt x="11378" y="2447544"/>
                  <a:pt x="1942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>
            <a:alphaModFix amt="51000"/>
          </a:blip>
          <a:stretch/>
        </p:blipFill>
        <p:spPr bwMode="auto">
          <a:xfrm flipH="1">
            <a:off x="11" y="11509"/>
            <a:ext cx="13601081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0"/>
            <a:ext cx="9287822" cy="10458915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>
            <a:alphaModFix amt="29000"/>
          </a:blip>
          <a:srcRect r="9692"/>
          <a:stretch/>
        </p:blipFill>
        <p:spPr bwMode="auto">
          <a:xfrm flipH="1">
            <a:off x="0" y="11509"/>
            <a:ext cx="13827108" cy="11137106"/>
          </a:xfrm>
          <a:prstGeom prst="rect">
            <a:avLst/>
          </a:prstGeom>
        </p:spPr>
      </p:pic>
      <p:sp>
        <p:nvSpPr>
          <p:cNvPr id="2" name="Прямоугольник с одним усеченным и одним скругленным углом 13"/>
          <p:cNvSpPr/>
          <p:nvPr userDrawn="1"/>
        </p:nvSpPr>
        <p:spPr bwMode="auto">
          <a:xfrm rot="10800000" flipH="1">
            <a:off x="10520490" y="10517"/>
            <a:ext cx="9287822" cy="10430470"/>
          </a:xfrm>
          <a:custGeom>
            <a:avLst/>
            <a:gdLst>
              <a:gd name="connsiteX0" fmla="*/ 1575849 w 10470064"/>
              <a:gd name="connsiteY0" fmla="*/ 0 h 10477083"/>
              <a:gd name="connsiteX1" fmla="*/ 10470064 w 10470064"/>
              <a:gd name="connsiteY1" fmla="*/ 0 h 10477083"/>
              <a:gd name="connsiteX2" fmla="*/ 10470064 w 10470064"/>
              <a:gd name="connsiteY2" fmla="*/ 0 h 10477083"/>
              <a:gd name="connsiteX3" fmla="*/ 10470064 w 10470064"/>
              <a:gd name="connsiteY3" fmla="*/ 10477083 h 10477083"/>
              <a:gd name="connsiteX4" fmla="*/ 0 w 10470064"/>
              <a:gd name="connsiteY4" fmla="*/ 10477083 h 10477083"/>
              <a:gd name="connsiteX5" fmla="*/ 0 w 10470064"/>
              <a:gd name="connsiteY5" fmla="*/ 1575849 h 10477083"/>
              <a:gd name="connsiteX6" fmla="*/ 1575849 w 104700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273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08464"/>
              <a:gd name="connsiteY0" fmla="*/ 0 h 10477083"/>
              <a:gd name="connsiteX1" fmla="*/ 10470064 w 12908464"/>
              <a:gd name="connsiteY1" fmla="*/ 0 h 10477083"/>
              <a:gd name="connsiteX2" fmla="*/ 10470064 w 12908464"/>
              <a:gd name="connsiteY2" fmla="*/ 0 h 10477083"/>
              <a:gd name="connsiteX3" fmla="*/ 12908464 w 12908464"/>
              <a:gd name="connsiteY3" fmla="*/ 10400883 h 10477083"/>
              <a:gd name="connsiteX4" fmla="*/ 0 w 12908464"/>
              <a:gd name="connsiteY4" fmla="*/ 10477083 h 10477083"/>
              <a:gd name="connsiteX5" fmla="*/ 0 w 12908464"/>
              <a:gd name="connsiteY5" fmla="*/ 1575849 h 10477083"/>
              <a:gd name="connsiteX6" fmla="*/ 1575849 w 12908464"/>
              <a:gd name="connsiteY6" fmla="*/ 0 h 104770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08464 w 12984664"/>
              <a:gd name="connsiteY3" fmla="*/ 10426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146464 w 12984664"/>
              <a:gd name="connsiteY3" fmla="*/ 101722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02483"/>
              <a:gd name="connsiteX1" fmla="*/ 10470064 w 12984664"/>
              <a:gd name="connsiteY1" fmla="*/ 25400 h 10502483"/>
              <a:gd name="connsiteX2" fmla="*/ 12984664 w 12984664"/>
              <a:gd name="connsiteY2" fmla="*/ 0 h 10502483"/>
              <a:gd name="connsiteX3" fmla="*/ 12933864 w 12984664"/>
              <a:gd name="connsiteY3" fmla="*/ 10477083 h 10502483"/>
              <a:gd name="connsiteX4" fmla="*/ 0 w 12984664"/>
              <a:gd name="connsiteY4" fmla="*/ 10502483 h 10502483"/>
              <a:gd name="connsiteX5" fmla="*/ 0 w 12984664"/>
              <a:gd name="connsiteY5" fmla="*/ 1601249 h 10502483"/>
              <a:gd name="connsiteX6" fmla="*/ 1575849 w 12984664"/>
              <a:gd name="connsiteY6" fmla="*/ 25400 h 10502483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2933864 w 12984664"/>
              <a:gd name="connsiteY3" fmla="*/ 10477083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943155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984664"/>
              <a:gd name="connsiteY0" fmla="*/ 25400 h 10521064"/>
              <a:gd name="connsiteX1" fmla="*/ 10470064 w 12984664"/>
              <a:gd name="connsiteY1" fmla="*/ 25400 h 10521064"/>
              <a:gd name="connsiteX2" fmla="*/ 12984664 w 12984664"/>
              <a:gd name="connsiteY2" fmla="*/ 0 h 10521064"/>
              <a:gd name="connsiteX3" fmla="*/ 10890573 w 12984664"/>
              <a:gd name="connsiteY3" fmla="*/ 10415506 h 10521064"/>
              <a:gd name="connsiteX4" fmla="*/ 9291 w 12984664"/>
              <a:gd name="connsiteY4" fmla="*/ 10521064 h 10521064"/>
              <a:gd name="connsiteX5" fmla="*/ 0 w 12984664"/>
              <a:gd name="connsiteY5" fmla="*/ 1601249 h 10521064"/>
              <a:gd name="connsiteX6" fmla="*/ 1575849 w 12984664"/>
              <a:gd name="connsiteY6" fmla="*/ 25400 h 10521064"/>
              <a:gd name="connsiteX0" fmla="*/ 1575849 w 12984664"/>
              <a:gd name="connsiteY0" fmla="*/ 25400 h 10523536"/>
              <a:gd name="connsiteX1" fmla="*/ 10470064 w 12984664"/>
              <a:gd name="connsiteY1" fmla="*/ 25400 h 10523536"/>
              <a:gd name="connsiteX2" fmla="*/ 12984664 w 12984664"/>
              <a:gd name="connsiteY2" fmla="*/ 0 h 10523536"/>
              <a:gd name="connsiteX3" fmla="*/ 12294971 w 12984664"/>
              <a:gd name="connsiteY3" fmla="*/ 10523536 h 10523536"/>
              <a:gd name="connsiteX4" fmla="*/ 9291 w 12984664"/>
              <a:gd name="connsiteY4" fmla="*/ 10521064 h 10523536"/>
              <a:gd name="connsiteX5" fmla="*/ 0 w 12984664"/>
              <a:gd name="connsiteY5" fmla="*/ 1601249 h 10523536"/>
              <a:gd name="connsiteX6" fmla="*/ 1575849 w 12984664"/>
              <a:gd name="connsiteY6" fmla="*/ 25400 h 10523536"/>
              <a:gd name="connsiteX0" fmla="*/ 1575849 w 12314875"/>
              <a:gd name="connsiteY0" fmla="*/ 25400 h 10523536"/>
              <a:gd name="connsiteX1" fmla="*/ 10470064 w 12314875"/>
              <a:gd name="connsiteY1" fmla="*/ 25400 h 10523536"/>
              <a:gd name="connsiteX2" fmla="*/ 12314875 w 12314875"/>
              <a:gd name="connsiteY2" fmla="*/ 0 h 10523536"/>
              <a:gd name="connsiteX3" fmla="*/ 12294971 w 12314875"/>
              <a:gd name="connsiteY3" fmla="*/ 10523536 h 10523536"/>
              <a:gd name="connsiteX4" fmla="*/ 9291 w 12314875"/>
              <a:gd name="connsiteY4" fmla="*/ 10521064 h 10523536"/>
              <a:gd name="connsiteX5" fmla="*/ 0 w 12314875"/>
              <a:gd name="connsiteY5" fmla="*/ 1601249 h 10523536"/>
              <a:gd name="connsiteX6" fmla="*/ 1575849 w 12314875"/>
              <a:gd name="connsiteY6" fmla="*/ 25400 h 10523536"/>
              <a:gd name="connsiteX0" fmla="*/ 1575849 w 12297052"/>
              <a:gd name="connsiteY0" fmla="*/ 43981 h 10542117"/>
              <a:gd name="connsiteX1" fmla="*/ 10470064 w 12297052"/>
              <a:gd name="connsiteY1" fmla="*/ 43981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5"/>
              <a:gd name="connsiteX1" fmla="*/ 10460773 w 12296294"/>
              <a:gd name="connsiteY1" fmla="*/ 6819 h 10539645"/>
              <a:gd name="connsiteX2" fmla="*/ 12296294 w 12296294"/>
              <a:gd name="connsiteY2" fmla="*/ 0 h 10539645"/>
              <a:gd name="connsiteX3" fmla="*/ 12174193 w 12296294"/>
              <a:gd name="connsiteY3" fmla="*/ 10430629 h 10539645"/>
              <a:gd name="connsiteX4" fmla="*/ 9291 w 12296294"/>
              <a:gd name="connsiteY4" fmla="*/ 10539645 h 10539645"/>
              <a:gd name="connsiteX5" fmla="*/ 0 w 12296294"/>
              <a:gd name="connsiteY5" fmla="*/ 1619830 h 10539645"/>
              <a:gd name="connsiteX6" fmla="*/ 1575849 w 12296294"/>
              <a:gd name="connsiteY6" fmla="*/ 43981 h 10539645"/>
              <a:gd name="connsiteX0" fmla="*/ 1575849 w 12297052"/>
              <a:gd name="connsiteY0" fmla="*/ 43981 h 10542117"/>
              <a:gd name="connsiteX1" fmla="*/ 10460773 w 12297052"/>
              <a:gd name="connsiteY1" fmla="*/ 6819 h 10542117"/>
              <a:gd name="connsiteX2" fmla="*/ 12296294 w 12297052"/>
              <a:gd name="connsiteY2" fmla="*/ 0 h 10542117"/>
              <a:gd name="connsiteX3" fmla="*/ 12294971 w 12297052"/>
              <a:gd name="connsiteY3" fmla="*/ 10542117 h 10542117"/>
              <a:gd name="connsiteX4" fmla="*/ 9291 w 12297052"/>
              <a:gd name="connsiteY4" fmla="*/ 10539645 h 10542117"/>
              <a:gd name="connsiteX5" fmla="*/ 0 w 12297052"/>
              <a:gd name="connsiteY5" fmla="*/ 1619830 h 10542117"/>
              <a:gd name="connsiteX6" fmla="*/ 1575849 w 12297052"/>
              <a:gd name="connsiteY6" fmla="*/ 43981 h 10542117"/>
              <a:gd name="connsiteX0" fmla="*/ 1575849 w 12296294"/>
              <a:gd name="connsiteY0" fmla="*/ 43981 h 10539647"/>
              <a:gd name="connsiteX1" fmla="*/ 10460773 w 12296294"/>
              <a:gd name="connsiteY1" fmla="*/ 6819 h 10539647"/>
              <a:gd name="connsiteX2" fmla="*/ 12296294 w 12296294"/>
              <a:gd name="connsiteY2" fmla="*/ 0 h 10539647"/>
              <a:gd name="connsiteX3" fmla="*/ 6479035 w 12296294"/>
              <a:gd name="connsiteY3" fmla="*/ 10319142 h 10539647"/>
              <a:gd name="connsiteX4" fmla="*/ 9291 w 12296294"/>
              <a:gd name="connsiteY4" fmla="*/ 10539645 h 10539647"/>
              <a:gd name="connsiteX5" fmla="*/ 0 w 12296294"/>
              <a:gd name="connsiteY5" fmla="*/ 1619830 h 10539647"/>
              <a:gd name="connsiteX6" fmla="*/ 1575849 w 12296294"/>
              <a:gd name="connsiteY6" fmla="*/ 43981 h 10539647"/>
              <a:gd name="connsiteX0" fmla="*/ 1575849 w 12296294"/>
              <a:gd name="connsiteY0" fmla="*/ 43981 h 10542117"/>
              <a:gd name="connsiteX1" fmla="*/ 10460773 w 12296294"/>
              <a:gd name="connsiteY1" fmla="*/ 6819 h 10542117"/>
              <a:gd name="connsiteX2" fmla="*/ 12296294 w 12296294"/>
              <a:gd name="connsiteY2" fmla="*/ 0 h 10542117"/>
              <a:gd name="connsiteX3" fmla="*/ 9414875 w 12296294"/>
              <a:gd name="connsiteY3" fmla="*/ 10542117 h 10542117"/>
              <a:gd name="connsiteX4" fmla="*/ 9291 w 12296294"/>
              <a:gd name="connsiteY4" fmla="*/ 10539645 h 10542117"/>
              <a:gd name="connsiteX5" fmla="*/ 0 w 12296294"/>
              <a:gd name="connsiteY5" fmla="*/ 1619830 h 10542117"/>
              <a:gd name="connsiteX6" fmla="*/ 1575849 w 12296294"/>
              <a:gd name="connsiteY6" fmla="*/ 43981 h 10542117"/>
              <a:gd name="connsiteX0" fmla="*/ 1575849 w 10460773"/>
              <a:gd name="connsiteY0" fmla="*/ 192631 h 10690767"/>
              <a:gd name="connsiteX1" fmla="*/ 10460773 w 10460773"/>
              <a:gd name="connsiteY1" fmla="*/ 155469 h 10690767"/>
              <a:gd name="connsiteX2" fmla="*/ 9434779 w 10460773"/>
              <a:gd name="connsiteY2" fmla="*/ 0 h 10690767"/>
              <a:gd name="connsiteX3" fmla="*/ 9414875 w 10460773"/>
              <a:gd name="connsiteY3" fmla="*/ 10690767 h 10690767"/>
              <a:gd name="connsiteX4" fmla="*/ 9291 w 10460773"/>
              <a:gd name="connsiteY4" fmla="*/ 10688295 h 10690767"/>
              <a:gd name="connsiteX5" fmla="*/ 0 w 10460773"/>
              <a:gd name="connsiteY5" fmla="*/ 1768480 h 10690767"/>
              <a:gd name="connsiteX6" fmla="*/ 1575849 w 10460773"/>
              <a:gd name="connsiteY6" fmla="*/ 192631 h 10690767"/>
              <a:gd name="connsiteX0" fmla="*/ 1575849 w 10460773"/>
              <a:gd name="connsiteY0" fmla="*/ 42782 h 10540918"/>
              <a:gd name="connsiteX1" fmla="*/ 10460773 w 10460773"/>
              <a:gd name="connsiteY1" fmla="*/ 5620 h 10540918"/>
              <a:gd name="connsiteX2" fmla="*/ 9434779 w 10460773"/>
              <a:gd name="connsiteY2" fmla="*/ 0 h 10540918"/>
              <a:gd name="connsiteX3" fmla="*/ 9414875 w 10460773"/>
              <a:gd name="connsiteY3" fmla="*/ 10540918 h 10540918"/>
              <a:gd name="connsiteX4" fmla="*/ 9291 w 10460773"/>
              <a:gd name="connsiteY4" fmla="*/ 10538446 h 10540918"/>
              <a:gd name="connsiteX5" fmla="*/ 0 w 10460773"/>
              <a:gd name="connsiteY5" fmla="*/ 1618631 h 10540918"/>
              <a:gd name="connsiteX6" fmla="*/ 1575849 w 10460773"/>
              <a:gd name="connsiteY6" fmla="*/ 42782 h 10540918"/>
              <a:gd name="connsiteX0" fmla="*/ 1575849 w 9434779"/>
              <a:gd name="connsiteY0" fmla="*/ 42782 h 10540918"/>
              <a:gd name="connsiteX1" fmla="*/ 8033220 w 9434779"/>
              <a:gd name="connsiteY1" fmla="*/ 15610 h 10540918"/>
              <a:gd name="connsiteX2" fmla="*/ 9434779 w 9434779"/>
              <a:gd name="connsiteY2" fmla="*/ 0 h 10540918"/>
              <a:gd name="connsiteX3" fmla="*/ 9414875 w 9434779"/>
              <a:gd name="connsiteY3" fmla="*/ 10540918 h 10540918"/>
              <a:gd name="connsiteX4" fmla="*/ 9291 w 9434779"/>
              <a:gd name="connsiteY4" fmla="*/ 10538446 h 10540918"/>
              <a:gd name="connsiteX5" fmla="*/ 0 w 9434779"/>
              <a:gd name="connsiteY5" fmla="*/ 1618631 h 10540918"/>
              <a:gd name="connsiteX6" fmla="*/ 1575849 w 9434779"/>
              <a:gd name="connsiteY6" fmla="*/ 42782 h 10540918"/>
              <a:gd name="connsiteX0" fmla="*/ 1575849 w 9434779"/>
              <a:gd name="connsiteY0" fmla="*/ 42782 h 10538446"/>
              <a:gd name="connsiteX1" fmla="*/ 8033220 w 9434779"/>
              <a:gd name="connsiteY1" fmla="*/ 15610 h 10538446"/>
              <a:gd name="connsiteX2" fmla="*/ 9434779 w 9434779"/>
              <a:gd name="connsiteY2" fmla="*/ 0 h 10538446"/>
              <a:gd name="connsiteX3" fmla="*/ 8835459 w 9434779"/>
              <a:gd name="connsiteY3" fmla="*/ 10411049 h 10538446"/>
              <a:gd name="connsiteX4" fmla="*/ 9291 w 9434779"/>
              <a:gd name="connsiteY4" fmla="*/ 10538446 h 10538446"/>
              <a:gd name="connsiteX5" fmla="*/ 0 w 9434779"/>
              <a:gd name="connsiteY5" fmla="*/ 1618631 h 10538446"/>
              <a:gd name="connsiteX6" fmla="*/ 1575849 w 9434779"/>
              <a:gd name="connsiteY6" fmla="*/ 42782 h 10538446"/>
              <a:gd name="connsiteX0" fmla="*/ 1575849 w 9436761"/>
              <a:gd name="connsiteY0" fmla="*/ 42782 h 10540918"/>
              <a:gd name="connsiteX1" fmla="*/ 8033220 w 9436761"/>
              <a:gd name="connsiteY1" fmla="*/ 15610 h 10540918"/>
              <a:gd name="connsiteX2" fmla="*/ 9434779 w 9436761"/>
              <a:gd name="connsiteY2" fmla="*/ 0 h 10540918"/>
              <a:gd name="connsiteX3" fmla="*/ 9434855 w 9436761"/>
              <a:gd name="connsiteY3" fmla="*/ 10540918 h 10540918"/>
              <a:gd name="connsiteX4" fmla="*/ 9291 w 9436761"/>
              <a:gd name="connsiteY4" fmla="*/ 10538446 h 10540918"/>
              <a:gd name="connsiteX5" fmla="*/ 0 w 9436761"/>
              <a:gd name="connsiteY5" fmla="*/ 1618631 h 10540918"/>
              <a:gd name="connsiteX6" fmla="*/ 1575849 w 9436761"/>
              <a:gd name="connsiteY6" fmla="*/ 42782 h 1054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6761" h="10540918" extrusionOk="0">
                <a:moveTo>
                  <a:pt x="1575849" y="42782"/>
                </a:moveTo>
                <a:lnTo>
                  <a:pt x="8033220" y="15610"/>
                </a:lnTo>
                <a:lnTo>
                  <a:pt x="9434779" y="0"/>
                </a:lnTo>
                <a:cubicBezTo>
                  <a:pt x="9428144" y="3507845"/>
                  <a:pt x="9441490" y="7033073"/>
                  <a:pt x="9434855" y="10540918"/>
                </a:cubicBezTo>
                <a:lnTo>
                  <a:pt x="9291" y="10538446"/>
                </a:lnTo>
                <a:cubicBezTo>
                  <a:pt x="9291" y="7571368"/>
                  <a:pt x="0" y="4585709"/>
                  <a:pt x="0" y="1618631"/>
                </a:cubicBezTo>
                <a:cubicBezTo>
                  <a:pt x="0" y="748314"/>
                  <a:pt x="705532" y="42782"/>
                  <a:pt x="1575849" y="427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624" tIns="45624" rIns="45624" bIns="45624" numCol="1" spcCol="38100" rtlCol="0" anchor="ctr">
            <a:noAutofit/>
          </a:bodyPr>
          <a:lstStyle/>
          <a:p>
            <a:pPr defTabSz="456231">
              <a:defRPr/>
            </a:pPr>
            <a:endParaRPr lang="ru-RU" sz="1800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0"/>
          </p:nvPr>
        </p:nvSpPr>
        <p:spPr bwMode="auto">
          <a:xfrm>
            <a:off x="1898372" y="6297147"/>
            <a:ext cx="17900930" cy="4862983"/>
          </a:xfrm>
          <a:prstGeom prst="snipRoundRect">
            <a:avLst>
              <a:gd name="adj1" fmla="val 28131"/>
              <a:gd name="adj2" fmla="val 0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4" y="-7288"/>
            <a:ext cx="9179673" cy="10448276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48201" h="5567081" extrusionOk="0">
                <a:moveTo>
                  <a:pt x="0" y="0"/>
                </a:moveTo>
                <a:lnTo>
                  <a:pt x="4648201" y="0"/>
                </a:lnTo>
                <a:lnTo>
                  <a:pt x="4648201" y="4551061"/>
                </a:lnTo>
                <a:cubicBezTo>
                  <a:pt x="4648201" y="5112193"/>
                  <a:pt x="4193313" y="5567081"/>
                  <a:pt x="3632181" y="5567081"/>
                </a:cubicBezTo>
                <a:lnTo>
                  <a:pt x="0" y="5567081"/>
                </a:ln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Рисунок 7"/>
          <p:cNvSpPr>
            <a:spLocks noGrp="1"/>
          </p:cNvSpPr>
          <p:nvPr>
            <p:ph type="pic" sz="quarter" idx="11"/>
          </p:nvPr>
        </p:nvSpPr>
        <p:spPr bwMode="auto">
          <a:xfrm>
            <a:off x="13646317" y="5543"/>
            <a:ext cx="4539723" cy="10435445"/>
          </a:xfrm>
          <a:custGeom>
            <a:avLst/>
            <a:gdLst>
              <a:gd name="connsiteX0" fmla="*/ 0 w 12661138"/>
              <a:gd name="connsiteY0" fmla="*/ 0 h 10296144"/>
              <a:gd name="connsiteX1" fmla="*/ 12661138 w 12661138"/>
              <a:gd name="connsiteY1" fmla="*/ 0 h 10296144"/>
              <a:gd name="connsiteX2" fmla="*/ 12661138 w 12661138"/>
              <a:gd name="connsiteY2" fmla="*/ 10296144 h 10296144"/>
              <a:gd name="connsiteX3" fmla="*/ 0 w 12661138"/>
              <a:gd name="connsiteY3" fmla="*/ 10296144 h 10296144"/>
              <a:gd name="connsiteX4" fmla="*/ 0 w 12661138"/>
              <a:gd name="connsiteY4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42418 w 12703556"/>
              <a:gd name="connsiteY3" fmla="*/ 10296144 h 10296144"/>
              <a:gd name="connsiteX4" fmla="*/ 0 w 12703556"/>
              <a:gd name="connsiteY4" fmla="*/ 8814816 h 10296144"/>
              <a:gd name="connsiteX5" fmla="*/ 42418 w 12703556"/>
              <a:gd name="connsiteY5" fmla="*/ 0 h 10296144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2418 w 12703556"/>
              <a:gd name="connsiteY4" fmla="*/ 1029614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133979 w 12795117"/>
              <a:gd name="connsiteY0" fmla="*/ 0 h 10405872"/>
              <a:gd name="connsiteX1" fmla="*/ 12795117 w 12795117"/>
              <a:gd name="connsiteY1" fmla="*/ 0 h 10405872"/>
              <a:gd name="connsiteX2" fmla="*/ 12795117 w 12795117"/>
              <a:gd name="connsiteY2" fmla="*/ 10296144 h 10405872"/>
              <a:gd name="connsiteX3" fmla="*/ 1737481 w 12795117"/>
              <a:gd name="connsiteY3" fmla="*/ 10296144 h 10405872"/>
              <a:gd name="connsiteX4" fmla="*/ 133979 w 12795117"/>
              <a:gd name="connsiteY4" fmla="*/ 10296144 h 10405872"/>
              <a:gd name="connsiteX5" fmla="*/ 91561 w 12795117"/>
              <a:gd name="connsiteY5" fmla="*/ 8814816 h 10405872"/>
              <a:gd name="connsiteX6" fmla="*/ 133979 w 12795117"/>
              <a:gd name="connsiteY6" fmla="*/ 0 h 10405872"/>
              <a:gd name="connsiteX0" fmla="*/ 42418 w 12703556"/>
              <a:gd name="connsiteY0" fmla="*/ 0 h 10296144"/>
              <a:gd name="connsiteX1" fmla="*/ 12703556 w 12703556"/>
              <a:gd name="connsiteY1" fmla="*/ 0 h 10296144"/>
              <a:gd name="connsiteX2" fmla="*/ 12703556 w 12703556"/>
              <a:gd name="connsiteY2" fmla="*/ 10296144 h 10296144"/>
              <a:gd name="connsiteX3" fmla="*/ 1645920 w 12703556"/>
              <a:gd name="connsiteY3" fmla="*/ 10296144 h 10296144"/>
              <a:gd name="connsiteX4" fmla="*/ 444754 w 12703556"/>
              <a:gd name="connsiteY4" fmla="*/ 10021824 h 10296144"/>
              <a:gd name="connsiteX5" fmla="*/ 0 w 12703556"/>
              <a:gd name="connsiteY5" fmla="*/ 8814816 h 10296144"/>
              <a:gd name="connsiteX6" fmla="*/ 42418 w 12703556"/>
              <a:gd name="connsiteY6" fmla="*/ 0 h 10296144"/>
              <a:gd name="connsiteX0" fmla="*/ 69850 w 12730988"/>
              <a:gd name="connsiteY0" fmla="*/ 0 h 10346356"/>
              <a:gd name="connsiteX1" fmla="*/ 12730988 w 12730988"/>
              <a:gd name="connsiteY1" fmla="*/ 0 h 10346356"/>
              <a:gd name="connsiteX2" fmla="*/ 12730988 w 12730988"/>
              <a:gd name="connsiteY2" fmla="*/ 10296144 h 10346356"/>
              <a:gd name="connsiteX3" fmla="*/ 1673352 w 12730988"/>
              <a:gd name="connsiteY3" fmla="*/ 10296144 h 10346356"/>
              <a:gd name="connsiteX4" fmla="*/ 472186 w 12730988"/>
              <a:gd name="connsiteY4" fmla="*/ 10021824 h 10346356"/>
              <a:gd name="connsiteX5" fmla="*/ 0 w 12730988"/>
              <a:gd name="connsiteY5" fmla="*/ 7306056 h 10346356"/>
              <a:gd name="connsiteX6" fmla="*/ 69850 w 12730988"/>
              <a:gd name="connsiteY6" fmla="*/ 0 h 10346356"/>
              <a:gd name="connsiteX0" fmla="*/ 93390 w 12754528"/>
              <a:gd name="connsiteY0" fmla="*/ 0 h 10340937"/>
              <a:gd name="connsiteX1" fmla="*/ 12754528 w 12754528"/>
              <a:gd name="connsiteY1" fmla="*/ 0 h 10340937"/>
              <a:gd name="connsiteX2" fmla="*/ 12754528 w 12754528"/>
              <a:gd name="connsiteY2" fmla="*/ 10296144 h 10340937"/>
              <a:gd name="connsiteX3" fmla="*/ 3955460 w 12754528"/>
              <a:gd name="connsiteY3" fmla="*/ 10287000 h 10340937"/>
              <a:gd name="connsiteX4" fmla="*/ 495726 w 12754528"/>
              <a:gd name="connsiteY4" fmla="*/ 10021824 h 10340937"/>
              <a:gd name="connsiteX5" fmla="*/ 23540 w 12754528"/>
              <a:gd name="connsiteY5" fmla="*/ 7306056 h 10340937"/>
              <a:gd name="connsiteX6" fmla="*/ 93390 w 12754528"/>
              <a:gd name="connsiteY6" fmla="*/ 0 h 10340937"/>
              <a:gd name="connsiteX0" fmla="*/ 69850 w 12730988"/>
              <a:gd name="connsiteY0" fmla="*/ 0 h 10296144"/>
              <a:gd name="connsiteX1" fmla="*/ 12730988 w 12730988"/>
              <a:gd name="connsiteY1" fmla="*/ 0 h 10296144"/>
              <a:gd name="connsiteX2" fmla="*/ 12730988 w 12730988"/>
              <a:gd name="connsiteY2" fmla="*/ 10296144 h 10296144"/>
              <a:gd name="connsiteX3" fmla="*/ 3931920 w 12730988"/>
              <a:gd name="connsiteY3" fmla="*/ 10287000 h 10296144"/>
              <a:gd name="connsiteX4" fmla="*/ 737362 w 12730988"/>
              <a:gd name="connsiteY4" fmla="*/ 9848088 h 10296144"/>
              <a:gd name="connsiteX5" fmla="*/ 0 w 12730988"/>
              <a:gd name="connsiteY5" fmla="*/ 7306056 h 10296144"/>
              <a:gd name="connsiteX6" fmla="*/ 69850 w 12730988"/>
              <a:gd name="connsiteY6" fmla="*/ 0 h 10296144"/>
              <a:gd name="connsiteX0" fmla="*/ 69850 w 12730988"/>
              <a:gd name="connsiteY0" fmla="*/ 0 h 10312880"/>
              <a:gd name="connsiteX1" fmla="*/ 12730988 w 12730988"/>
              <a:gd name="connsiteY1" fmla="*/ 0 h 10312880"/>
              <a:gd name="connsiteX2" fmla="*/ 12730988 w 12730988"/>
              <a:gd name="connsiteY2" fmla="*/ 10296144 h 10312880"/>
              <a:gd name="connsiteX3" fmla="*/ 3931920 w 12730988"/>
              <a:gd name="connsiteY3" fmla="*/ 10287000 h 10312880"/>
              <a:gd name="connsiteX4" fmla="*/ 737362 w 12730988"/>
              <a:gd name="connsiteY4" fmla="*/ 9848088 h 10312880"/>
              <a:gd name="connsiteX5" fmla="*/ 0 w 12730988"/>
              <a:gd name="connsiteY5" fmla="*/ 7306056 h 10312880"/>
              <a:gd name="connsiteX6" fmla="*/ 69850 w 12730988"/>
              <a:gd name="connsiteY6" fmla="*/ 0 h 10312880"/>
              <a:gd name="connsiteX0" fmla="*/ 69850 w 12730988"/>
              <a:gd name="connsiteY0" fmla="*/ 0 h 10315822"/>
              <a:gd name="connsiteX1" fmla="*/ 12730988 w 12730988"/>
              <a:gd name="connsiteY1" fmla="*/ 0 h 10315822"/>
              <a:gd name="connsiteX2" fmla="*/ 12730988 w 12730988"/>
              <a:gd name="connsiteY2" fmla="*/ 10296144 h 10315822"/>
              <a:gd name="connsiteX3" fmla="*/ 3931920 w 12730988"/>
              <a:gd name="connsiteY3" fmla="*/ 10287000 h 10315822"/>
              <a:gd name="connsiteX4" fmla="*/ 682498 w 12730988"/>
              <a:gd name="connsiteY4" fmla="*/ 9857232 h 10315822"/>
              <a:gd name="connsiteX5" fmla="*/ 0 w 12730988"/>
              <a:gd name="connsiteY5" fmla="*/ 7306056 h 10315822"/>
              <a:gd name="connsiteX6" fmla="*/ 69850 w 12730988"/>
              <a:gd name="connsiteY6" fmla="*/ 0 h 10315822"/>
              <a:gd name="connsiteX0" fmla="*/ 24142 w 12685280"/>
              <a:gd name="connsiteY0" fmla="*/ 0 h 10296144"/>
              <a:gd name="connsiteX1" fmla="*/ 12685280 w 12685280"/>
              <a:gd name="connsiteY1" fmla="*/ 0 h 10296144"/>
              <a:gd name="connsiteX2" fmla="*/ 12685280 w 12685280"/>
              <a:gd name="connsiteY2" fmla="*/ 10296144 h 10296144"/>
              <a:gd name="connsiteX3" fmla="*/ 3886212 w 12685280"/>
              <a:gd name="connsiteY3" fmla="*/ 10287000 h 10296144"/>
              <a:gd name="connsiteX4" fmla="*/ 636790 w 12685280"/>
              <a:gd name="connsiteY4" fmla="*/ 9857232 h 10296144"/>
              <a:gd name="connsiteX5" fmla="*/ 12 w 12685280"/>
              <a:gd name="connsiteY5" fmla="*/ 7342632 h 10296144"/>
              <a:gd name="connsiteX6" fmla="*/ 24142 w 12685280"/>
              <a:gd name="connsiteY6" fmla="*/ 0 h 10296144"/>
              <a:gd name="connsiteX0" fmla="*/ 26098 w 12687236"/>
              <a:gd name="connsiteY0" fmla="*/ 0 h 10296144"/>
              <a:gd name="connsiteX1" fmla="*/ 12687236 w 12687236"/>
              <a:gd name="connsiteY1" fmla="*/ 0 h 10296144"/>
              <a:gd name="connsiteX2" fmla="*/ 12687236 w 12687236"/>
              <a:gd name="connsiteY2" fmla="*/ 10296144 h 10296144"/>
              <a:gd name="connsiteX3" fmla="*/ 3888168 w 12687236"/>
              <a:gd name="connsiteY3" fmla="*/ 10287000 h 10296144"/>
              <a:gd name="connsiteX4" fmla="*/ 638746 w 12687236"/>
              <a:gd name="connsiteY4" fmla="*/ 9857232 h 10296144"/>
              <a:gd name="connsiteX5" fmla="*/ 1968 w 12687236"/>
              <a:gd name="connsiteY5" fmla="*/ 7342632 h 10296144"/>
              <a:gd name="connsiteX6" fmla="*/ 26098 w 12687236"/>
              <a:gd name="connsiteY6" fmla="*/ 0 h 1029614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19264"/>
              <a:gd name="connsiteX1" fmla="*/ 12687236 w 12687236"/>
              <a:gd name="connsiteY1" fmla="*/ 0 h 10319264"/>
              <a:gd name="connsiteX2" fmla="*/ 12687236 w 12687236"/>
              <a:gd name="connsiteY2" fmla="*/ 10296144 h 10319264"/>
              <a:gd name="connsiteX3" fmla="*/ 3881818 w 12687236"/>
              <a:gd name="connsiteY3" fmla="*/ 10318750 h 10319264"/>
              <a:gd name="connsiteX4" fmla="*/ 638746 w 12687236"/>
              <a:gd name="connsiteY4" fmla="*/ 9857232 h 10319264"/>
              <a:gd name="connsiteX5" fmla="*/ 1968 w 12687236"/>
              <a:gd name="connsiteY5" fmla="*/ 7342632 h 10319264"/>
              <a:gd name="connsiteX6" fmla="*/ 26098 w 12687236"/>
              <a:gd name="connsiteY6" fmla="*/ 0 h 10319264"/>
              <a:gd name="connsiteX0" fmla="*/ 26098 w 12687236"/>
              <a:gd name="connsiteY0" fmla="*/ 0 h 10320841"/>
              <a:gd name="connsiteX1" fmla="*/ 12687236 w 12687236"/>
              <a:gd name="connsiteY1" fmla="*/ 0 h 10320841"/>
              <a:gd name="connsiteX2" fmla="*/ 12687236 w 12687236"/>
              <a:gd name="connsiteY2" fmla="*/ 10296144 h 10320841"/>
              <a:gd name="connsiteX3" fmla="*/ 3881818 w 12687236"/>
              <a:gd name="connsiteY3" fmla="*/ 10318750 h 10320841"/>
              <a:gd name="connsiteX4" fmla="*/ 638746 w 12687236"/>
              <a:gd name="connsiteY4" fmla="*/ 9857232 h 10320841"/>
              <a:gd name="connsiteX5" fmla="*/ 1968 w 12687236"/>
              <a:gd name="connsiteY5" fmla="*/ 7342632 h 10320841"/>
              <a:gd name="connsiteX6" fmla="*/ 26098 w 12687236"/>
              <a:gd name="connsiteY6" fmla="*/ 0 h 10320841"/>
              <a:gd name="connsiteX0" fmla="*/ 26098 w 12687236"/>
              <a:gd name="connsiteY0" fmla="*/ 0 h 10357686"/>
              <a:gd name="connsiteX1" fmla="*/ 12687236 w 12687236"/>
              <a:gd name="connsiteY1" fmla="*/ 0 h 10357686"/>
              <a:gd name="connsiteX2" fmla="*/ 12687236 w 12687236"/>
              <a:gd name="connsiteY2" fmla="*/ 10296144 h 10357686"/>
              <a:gd name="connsiteX3" fmla="*/ 3881818 w 12687236"/>
              <a:gd name="connsiteY3" fmla="*/ 10318750 h 10357686"/>
              <a:gd name="connsiteX4" fmla="*/ 638746 w 12687236"/>
              <a:gd name="connsiteY4" fmla="*/ 9857232 h 10357686"/>
              <a:gd name="connsiteX5" fmla="*/ 1968 w 12687236"/>
              <a:gd name="connsiteY5" fmla="*/ 7342632 h 10357686"/>
              <a:gd name="connsiteX6" fmla="*/ 26098 w 12687236"/>
              <a:gd name="connsiteY6" fmla="*/ 0 h 10357686"/>
              <a:gd name="connsiteX0" fmla="*/ 26098 w 12687236"/>
              <a:gd name="connsiteY0" fmla="*/ 0 h 10325345"/>
              <a:gd name="connsiteX1" fmla="*/ 12687236 w 12687236"/>
              <a:gd name="connsiteY1" fmla="*/ 0 h 10325345"/>
              <a:gd name="connsiteX2" fmla="*/ 12687236 w 12687236"/>
              <a:gd name="connsiteY2" fmla="*/ 10296144 h 10325345"/>
              <a:gd name="connsiteX3" fmla="*/ 3881818 w 12687236"/>
              <a:gd name="connsiteY3" fmla="*/ 10318750 h 10325345"/>
              <a:gd name="connsiteX4" fmla="*/ 638746 w 12687236"/>
              <a:gd name="connsiteY4" fmla="*/ 9857232 h 10325345"/>
              <a:gd name="connsiteX5" fmla="*/ 1968 w 12687236"/>
              <a:gd name="connsiteY5" fmla="*/ 7342632 h 10325345"/>
              <a:gd name="connsiteX6" fmla="*/ 26098 w 12687236"/>
              <a:gd name="connsiteY6" fmla="*/ 0 h 10325345"/>
              <a:gd name="connsiteX0" fmla="*/ 38242 w 12699380"/>
              <a:gd name="connsiteY0" fmla="*/ 0 h 10321842"/>
              <a:gd name="connsiteX1" fmla="*/ 12699380 w 12699380"/>
              <a:gd name="connsiteY1" fmla="*/ 0 h 10321842"/>
              <a:gd name="connsiteX2" fmla="*/ 12699380 w 12699380"/>
              <a:gd name="connsiteY2" fmla="*/ 10296144 h 10321842"/>
              <a:gd name="connsiteX3" fmla="*/ 3893962 w 12699380"/>
              <a:gd name="connsiteY3" fmla="*/ 10318750 h 10321842"/>
              <a:gd name="connsiteX4" fmla="*/ 650890 w 12699380"/>
              <a:gd name="connsiteY4" fmla="*/ 9857232 h 10321842"/>
              <a:gd name="connsiteX5" fmla="*/ 1412 w 12699380"/>
              <a:gd name="connsiteY5" fmla="*/ 7126732 h 10321842"/>
              <a:gd name="connsiteX6" fmla="*/ 38242 w 12699380"/>
              <a:gd name="connsiteY6" fmla="*/ 0 h 10321842"/>
              <a:gd name="connsiteX0" fmla="*/ 50630 w 12711768"/>
              <a:gd name="connsiteY0" fmla="*/ 0 h 10320415"/>
              <a:gd name="connsiteX1" fmla="*/ 12711768 w 12711768"/>
              <a:gd name="connsiteY1" fmla="*/ 0 h 10320415"/>
              <a:gd name="connsiteX2" fmla="*/ 12711768 w 12711768"/>
              <a:gd name="connsiteY2" fmla="*/ 10296144 h 10320415"/>
              <a:gd name="connsiteX3" fmla="*/ 3906350 w 12711768"/>
              <a:gd name="connsiteY3" fmla="*/ 10318750 h 10320415"/>
              <a:gd name="connsiteX4" fmla="*/ 663278 w 12711768"/>
              <a:gd name="connsiteY4" fmla="*/ 9857232 h 10320415"/>
              <a:gd name="connsiteX5" fmla="*/ 1100 w 12711768"/>
              <a:gd name="connsiteY5" fmla="*/ 7221982 h 10320415"/>
              <a:gd name="connsiteX6" fmla="*/ 50630 w 12711768"/>
              <a:gd name="connsiteY6" fmla="*/ 0 h 10320415"/>
              <a:gd name="connsiteX0" fmla="*/ 56870 w 12718008"/>
              <a:gd name="connsiteY0" fmla="*/ 0 h 10319307"/>
              <a:gd name="connsiteX1" fmla="*/ 12718008 w 12718008"/>
              <a:gd name="connsiteY1" fmla="*/ 0 h 10319307"/>
              <a:gd name="connsiteX2" fmla="*/ 12718008 w 12718008"/>
              <a:gd name="connsiteY2" fmla="*/ 10296144 h 10319307"/>
              <a:gd name="connsiteX3" fmla="*/ 3912590 w 12718008"/>
              <a:gd name="connsiteY3" fmla="*/ 10318750 h 10319307"/>
              <a:gd name="connsiteX4" fmla="*/ 669518 w 12718008"/>
              <a:gd name="connsiteY4" fmla="*/ 9857232 h 10319307"/>
              <a:gd name="connsiteX5" fmla="*/ 990 w 12718008"/>
              <a:gd name="connsiteY5" fmla="*/ 7336282 h 10319307"/>
              <a:gd name="connsiteX6" fmla="*/ 56870 w 12718008"/>
              <a:gd name="connsiteY6" fmla="*/ 0 h 10319307"/>
              <a:gd name="connsiteX0" fmla="*/ 55992 w 12717130"/>
              <a:gd name="connsiteY0" fmla="*/ 0 h 10319307"/>
              <a:gd name="connsiteX1" fmla="*/ 12717130 w 12717130"/>
              <a:gd name="connsiteY1" fmla="*/ 0 h 10319307"/>
              <a:gd name="connsiteX2" fmla="*/ 12717130 w 12717130"/>
              <a:gd name="connsiteY2" fmla="*/ 10296144 h 10319307"/>
              <a:gd name="connsiteX3" fmla="*/ 3911712 w 12717130"/>
              <a:gd name="connsiteY3" fmla="*/ 10318750 h 10319307"/>
              <a:gd name="connsiteX4" fmla="*/ 668640 w 12717130"/>
              <a:gd name="connsiteY4" fmla="*/ 9857232 h 10319307"/>
              <a:gd name="connsiteX5" fmla="*/ 112 w 12717130"/>
              <a:gd name="connsiteY5" fmla="*/ 7336282 h 10319307"/>
              <a:gd name="connsiteX6" fmla="*/ 55992 w 12717130"/>
              <a:gd name="connsiteY6" fmla="*/ 0 h 10319307"/>
              <a:gd name="connsiteX0" fmla="*/ 43327 w 12704465"/>
              <a:gd name="connsiteY0" fmla="*/ 0 h 10319660"/>
              <a:gd name="connsiteX1" fmla="*/ 12704465 w 12704465"/>
              <a:gd name="connsiteY1" fmla="*/ 0 h 10319660"/>
              <a:gd name="connsiteX2" fmla="*/ 12704465 w 12704465"/>
              <a:gd name="connsiteY2" fmla="*/ 10296144 h 10319660"/>
              <a:gd name="connsiteX3" fmla="*/ 3899047 w 12704465"/>
              <a:gd name="connsiteY3" fmla="*/ 10318750 h 10319660"/>
              <a:gd name="connsiteX4" fmla="*/ 655975 w 12704465"/>
              <a:gd name="connsiteY4" fmla="*/ 9857232 h 10319660"/>
              <a:gd name="connsiteX5" fmla="*/ 147 w 12704465"/>
              <a:gd name="connsiteY5" fmla="*/ 7291832 h 10319660"/>
              <a:gd name="connsiteX6" fmla="*/ 43327 w 12704465"/>
              <a:gd name="connsiteY6" fmla="*/ 0 h 10319660"/>
              <a:gd name="connsiteX0" fmla="*/ 48833 w 12709971"/>
              <a:gd name="connsiteY0" fmla="*/ 0 h 10319660"/>
              <a:gd name="connsiteX1" fmla="*/ 12709971 w 12709971"/>
              <a:gd name="connsiteY1" fmla="*/ 0 h 10319660"/>
              <a:gd name="connsiteX2" fmla="*/ 12709971 w 12709971"/>
              <a:gd name="connsiteY2" fmla="*/ 10296144 h 10319660"/>
              <a:gd name="connsiteX3" fmla="*/ 3904553 w 12709971"/>
              <a:gd name="connsiteY3" fmla="*/ 10318750 h 10319660"/>
              <a:gd name="connsiteX4" fmla="*/ 661481 w 12709971"/>
              <a:gd name="connsiteY4" fmla="*/ 9857232 h 10319660"/>
              <a:gd name="connsiteX5" fmla="*/ 5653 w 12709971"/>
              <a:gd name="connsiteY5" fmla="*/ 7291832 h 10319660"/>
              <a:gd name="connsiteX6" fmla="*/ 48833 w 12709971"/>
              <a:gd name="connsiteY6" fmla="*/ 0 h 10319660"/>
              <a:gd name="connsiteX0" fmla="*/ 47927 w 12709065"/>
              <a:gd name="connsiteY0" fmla="*/ 0 h 10320373"/>
              <a:gd name="connsiteX1" fmla="*/ 12709065 w 12709065"/>
              <a:gd name="connsiteY1" fmla="*/ 0 h 10320373"/>
              <a:gd name="connsiteX2" fmla="*/ 12709065 w 12709065"/>
              <a:gd name="connsiteY2" fmla="*/ 10296144 h 10320373"/>
              <a:gd name="connsiteX3" fmla="*/ 3903647 w 12709065"/>
              <a:gd name="connsiteY3" fmla="*/ 10318750 h 10320373"/>
              <a:gd name="connsiteX4" fmla="*/ 660575 w 12709065"/>
              <a:gd name="connsiteY4" fmla="*/ 9857232 h 10320373"/>
              <a:gd name="connsiteX5" fmla="*/ 4747 w 12709065"/>
              <a:gd name="connsiteY5" fmla="*/ 7291832 h 10320373"/>
              <a:gd name="connsiteX6" fmla="*/ 47927 w 12709065"/>
              <a:gd name="connsiteY6" fmla="*/ 0 h 10320373"/>
              <a:gd name="connsiteX0" fmla="*/ 49627 w 12710765"/>
              <a:gd name="connsiteY0" fmla="*/ 0 h 10324956"/>
              <a:gd name="connsiteX1" fmla="*/ 12710765 w 12710765"/>
              <a:gd name="connsiteY1" fmla="*/ 0 h 10324956"/>
              <a:gd name="connsiteX2" fmla="*/ 12710765 w 12710765"/>
              <a:gd name="connsiteY2" fmla="*/ 10296144 h 10324956"/>
              <a:gd name="connsiteX3" fmla="*/ 3999558 w 12710765"/>
              <a:gd name="connsiteY3" fmla="*/ 10324291 h 10324956"/>
              <a:gd name="connsiteX4" fmla="*/ 662275 w 12710765"/>
              <a:gd name="connsiteY4" fmla="*/ 9857232 h 10324956"/>
              <a:gd name="connsiteX5" fmla="*/ 6447 w 12710765"/>
              <a:gd name="connsiteY5" fmla="*/ 7291832 h 10324956"/>
              <a:gd name="connsiteX6" fmla="*/ 49627 w 12710765"/>
              <a:gd name="connsiteY6" fmla="*/ 0 h 10324956"/>
              <a:gd name="connsiteX0" fmla="*/ 60198 w 12721336"/>
              <a:gd name="connsiteY0" fmla="*/ 0 h 10326025"/>
              <a:gd name="connsiteX1" fmla="*/ 12721336 w 12721336"/>
              <a:gd name="connsiteY1" fmla="*/ 0 h 10326025"/>
              <a:gd name="connsiteX2" fmla="*/ 12721336 w 12721336"/>
              <a:gd name="connsiteY2" fmla="*/ 10296144 h 10326025"/>
              <a:gd name="connsiteX3" fmla="*/ 4010129 w 12721336"/>
              <a:gd name="connsiteY3" fmla="*/ 10324291 h 10326025"/>
              <a:gd name="connsiteX4" fmla="*/ 672846 w 12721336"/>
              <a:gd name="connsiteY4" fmla="*/ 9857232 h 10326025"/>
              <a:gd name="connsiteX5" fmla="*/ 5934 w 12721336"/>
              <a:gd name="connsiteY5" fmla="*/ 7186538 h 10326025"/>
              <a:gd name="connsiteX6" fmla="*/ 60198 w 12721336"/>
              <a:gd name="connsiteY6" fmla="*/ 0 h 10326025"/>
              <a:gd name="connsiteX0" fmla="*/ 39121 w 12700259"/>
              <a:gd name="connsiteY0" fmla="*/ 0 h 10326244"/>
              <a:gd name="connsiteX1" fmla="*/ 12700259 w 12700259"/>
              <a:gd name="connsiteY1" fmla="*/ 0 h 10326244"/>
              <a:gd name="connsiteX2" fmla="*/ 12700259 w 12700259"/>
              <a:gd name="connsiteY2" fmla="*/ 10296144 h 10326244"/>
              <a:gd name="connsiteX3" fmla="*/ 3989052 w 12700259"/>
              <a:gd name="connsiteY3" fmla="*/ 10324291 h 10326244"/>
              <a:gd name="connsiteX4" fmla="*/ 651769 w 12700259"/>
              <a:gd name="connsiteY4" fmla="*/ 9857232 h 10326244"/>
              <a:gd name="connsiteX5" fmla="*/ 7025 w 12700259"/>
              <a:gd name="connsiteY5" fmla="*/ 7169913 h 10326244"/>
              <a:gd name="connsiteX6" fmla="*/ 39121 w 12700259"/>
              <a:gd name="connsiteY6" fmla="*/ 0 h 10326244"/>
              <a:gd name="connsiteX0" fmla="*/ 56185 w 12739491"/>
              <a:gd name="connsiteY0" fmla="*/ 5542 h 10326244"/>
              <a:gd name="connsiteX1" fmla="*/ 12739491 w 12739491"/>
              <a:gd name="connsiteY1" fmla="*/ 0 h 10326244"/>
              <a:gd name="connsiteX2" fmla="*/ 12739491 w 12739491"/>
              <a:gd name="connsiteY2" fmla="*/ 10296144 h 10326244"/>
              <a:gd name="connsiteX3" fmla="*/ 4028284 w 12739491"/>
              <a:gd name="connsiteY3" fmla="*/ 10324291 h 10326244"/>
              <a:gd name="connsiteX4" fmla="*/ 691001 w 12739491"/>
              <a:gd name="connsiteY4" fmla="*/ 9857232 h 10326244"/>
              <a:gd name="connsiteX5" fmla="*/ 46257 w 12739491"/>
              <a:gd name="connsiteY5" fmla="*/ 7169913 h 10326244"/>
              <a:gd name="connsiteX6" fmla="*/ 56185 w 12739491"/>
              <a:gd name="connsiteY6" fmla="*/ 5542 h 10326244"/>
              <a:gd name="connsiteX0" fmla="*/ 19304 w 12702610"/>
              <a:gd name="connsiteY0" fmla="*/ 5542 h 10326244"/>
              <a:gd name="connsiteX1" fmla="*/ 12702610 w 12702610"/>
              <a:gd name="connsiteY1" fmla="*/ 0 h 10326244"/>
              <a:gd name="connsiteX2" fmla="*/ 12702610 w 12702610"/>
              <a:gd name="connsiteY2" fmla="*/ 10296144 h 10326244"/>
              <a:gd name="connsiteX3" fmla="*/ 3991403 w 12702610"/>
              <a:gd name="connsiteY3" fmla="*/ 10324291 h 10326244"/>
              <a:gd name="connsiteX4" fmla="*/ 654120 w 12702610"/>
              <a:gd name="connsiteY4" fmla="*/ 9857232 h 10326244"/>
              <a:gd name="connsiteX5" fmla="*/ 9376 w 12702610"/>
              <a:gd name="connsiteY5" fmla="*/ 7169913 h 10326244"/>
              <a:gd name="connsiteX6" fmla="*/ 19304 w 12702610"/>
              <a:gd name="connsiteY6" fmla="*/ 5542 h 10326244"/>
              <a:gd name="connsiteX0" fmla="*/ 12483 w 12695789"/>
              <a:gd name="connsiteY0" fmla="*/ 5542 h 10326244"/>
              <a:gd name="connsiteX1" fmla="*/ 12695789 w 12695789"/>
              <a:gd name="connsiteY1" fmla="*/ 0 h 10326244"/>
              <a:gd name="connsiteX2" fmla="*/ 12695789 w 12695789"/>
              <a:gd name="connsiteY2" fmla="*/ 10296144 h 10326244"/>
              <a:gd name="connsiteX3" fmla="*/ 3984582 w 12695789"/>
              <a:gd name="connsiteY3" fmla="*/ 10324291 h 10326244"/>
              <a:gd name="connsiteX4" fmla="*/ 647299 w 12695789"/>
              <a:gd name="connsiteY4" fmla="*/ 9857232 h 10326244"/>
              <a:gd name="connsiteX5" fmla="*/ 2555 w 12695789"/>
              <a:gd name="connsiteY5" fmla="*/ 7169913 h 10326244"/>
              <a:gd name="connsiteX6" fmla="*/ 12483 w 12695789"/>
              <a:gd name="connsiteY6" fmla="*/ 5542 h 10326244"/>
              <a:gd name="connsiteX0" fmla="*/ 10991 w 12694297"/>
              <a:gd name="connsiteY0" fmla="*/ 5542 h 10325135"/>
              <a:gd name="connsiteX1" fmla="*/ 12694297 w 12694297"/>
              <a:gd name="connsiteY1" fmla="*/ 0 h 10325135"/>
              <a:gd name="connsiteX2" fmla="*/ 12694297 w 12694297"/>
              <a:gd name="connsiteY2" fmla="*/ 10296144 h 10325135"/>
              <a:gd name="connsiteX3" fmla="*/ 3983090 w 12694297"/>
              <a:gd name="connsiteY3" fmla="*/ 10324291 h 10325135"/>
              <a:gd name="connsiteX4" fmla="*/ 645807 w 12694297"/>
              <a:gd name="connsiteY4" fmla="*/ 9857232 h 10325135"/>
              <a:gd name="connsiteX5" fmla="*/ 1063 w 12694297"/>
              <a:gd name="connsiteY5" fmla="*/ 7169913 h 10325135"/>
              <a:gd name="connsiteX6" fmla="*/ 10991 w 12694297"/>
              <a:gd name="connsiteY6" fmla="*/ 5542 h 10325135"/>
              <a:gd name="connsiteX0" fmla="*/ 12965 w 12696271"/>
              <a:gd name="connsiteY0" fmla="*/ 5542 h 10335341"/>
              <a:gd name="connsiteX1" fmla="*/ 12696271 w 12696271"/>
              <a:gd name="connsiteY1" fmla="*/ 0 h 10335341"/>
              <a:gd name="connsiteX2" fmla="*/ 12696271 w 12696271"/>
              <a:gd name="connsiteY2" fmla="*/ 10296144 h 10335341"/>
              <a:gd name="connsiteX3" fmla="*/ 3985064 w 12696271"/>
              <a:gd name="connsiteY3" fmla="*/ 10324291 h 10335341"/>
              <a:gd name="connsiteX4" fmla="*/ 647781 w 12696271"/>
              <a:gd name="connsiteY4" fmla="*/ 9857232 h 10335341"/>
              <a:gd name="connsiteX5" fmla="*/ 3037 w 12696271"/>
              <a:gd name="connsiteY5" fmla="*/ 7169913 h 10335341"/>
              <a:gd name="connsiteX6" fmla="*/ 12965 w 12696271"/>
              <a:gd name="connsiteY6" fmla="*/ 5542 h 10335341"/>
              <a:gd name="connsiteX0" fmla="*/ 12276 w 12695582"/>
              <a:gd name="connsiteY0" fmla="*/ 5542 h 10328487"/>
              <a:gd name="connsiteX1" fmla="*/ 12695582 w 12695582"/>
              <a:gd name="connsiteY1" fmla="*/ 0 h 10328487"/>
              <a:gd name="connsiteX2" fmla="*/ 12695582 w 12695582"/>
              <a:gd name="connsiteY2" fmla="*/ 10296144 h 10328487"/>
              <a:gd name="connsiteX3" fmla="*/ 3984375 w 12695582"/>
              <a:gd name="connsiteY3" fmla="*/ 10324291 h 10328487"/>
              <a:gd name="connsiteX4" fmla="*/ 647092 w 12695582"/>
              <a:gd name="connsiteY4" fmla="*/ 9857232 h 10328487"/>
              <a:gd name="connsiteX5" fmla="*/ 2348 w 12695582"/>
              <a:gd name="connsiteY5" fmla="*/ 7169913 h 10328487"/>
              <a:gd name="connsiteX6" fmla="*/ 12276 w 12695582"/>
              <a:gd name="connsiteY6" fmla="*/ 5542 h 10328487"/>
              <a:gd name="connsiteX0" fmla="*/ 12276 w 12695582"/>
              <a:gd name="connsiteY0" fmla="*/ 5542 h 10362575"/>
              <a:gd name="connsiteX1" fmla="*/ 12695582 w 12695582"/>
              <a:gd name="connsiteY1" fmla="*/ 0 h 10362575"/>
              <a:gd name="connsiteX2" fmla="*/ 12695582 w 12695582"/>
              <a:gd name="connsiteY2" fmla="*/ 10296144 h 10362575"/>
              <a:gd name="connsiteX3" fmla="*/ 3975182 w 12695582"/>
              <a:gd name="connsiteY3" fmla="*/ 10361766 h 10362575"/>
              <a:gd name="connsiteX4" fmla="*/ 647092 w 12695582"/>
              <a:gd name="connsiteY4" fmla="*/ 9857232 h 10362575"/>
              <a:gd name="connsiteX5" fmla="*/ 2348 w 12695582"/>
              <a:gd name="connsiteY5" fmla="*/ 7169913 h 10362575"/>
              <a:gd name="connsiteX6" fmla="*/ 12276 w 12695582"/>
              <a:gd name="connsiteY6" fmla="*/ 5542 h 10362575"/>
              <a:gd name="connsiteX0" fmla="*/ 12276 w 12695582"/>
              <a:gd name="connsiteY0" fmla="*/ 5542 h 10363599"/>
              <a:gd name="connsiteX1" fmla="*/ 12695582 w 12695582"/>
              <a:gd name="connsiteY1" fmla="*/ 0 h 10363599"/>
              <a:gd name="connsiteX2" fmla="*/ 12686389 w 12695582"/>
              <a:gd name="connsiteY2" fmla="*/ 10363599 h 10363599"/>
              <a:gd name="connsiteX3" fmla="*/ 3975182 w 12695582"/>
              <a:gd name="connsiteY3" fmla="*/ 10361766 h 10363599"/>
              <a:gd name="connsiteX4" fmla="*/ 647092 w 12695582"/>
              <a:gd name="connsiteY4" fmla="*/ 9857232 h 10363599"/>
              <a:gd name="connsiteX5" fmla="*/ 2348 w 12695582"/>
              <a:gd name="connsiteY5" fmla="*/ 7169913 h 10363599"/>
              <a:gd name="connsiteX6" fmla="*/ 12276 w 12695582"/>
              <a:gd name="connsiteY6" fmla="*/ 5542 h 10363599"/>
              <a:gd name="connsiteX0" fmla="*/ 52782 w 12736088"/>
              <a:gd name="connsiteY0" fmla="*/ 5542 h 10364238"/>
              <a:gd name="connsiteX1" fmla="*/ 12736088 w 12736088"/>
              <a:gd name="connsiteY1" fmla="*/ 0 h 10364238"/>
              <a:gd name="connsiteX2" fmla="*/ 12726895 w 12736088"/>
              <a:gd name="connsiteY2" fmla="*/ 10363599 h 10364238"/>
              <a:gd name="connsiteX3" fmla="*/ 4015688 w 12736088"/>
              <a:gd name="connsiteY3" fmla="*/ 10361766 h 10364238"/>
              <a:gd name="connsiteX4" fmla="*/ 641632 w 12736088"/>
              <a:gd name="connsiteY4" fmla="*/ 9879717 h 10364238"/>
              <a:gd name="connsiteX5" fmla="*/ 42854 w 12736088"/>
              <a:gd name="connsiteY5" fmla="*/ 7169913 h 10364238"/>
              <a:gd name="connsiteX6" fmla="*/ 52782 w 12736088"/>
              <a:gd name="connsiteY6" fmla="*/ 5542 h 10364238"/>
              <a:gd name="connsiteX0" fmla="*/ 12884 w 12770412"/>
              <a:gd name="connsiteY0" fmla="*/ 12266 h 10364238"/>
              <a:gd name="connsiteX1" fmla="*/ 12770412 w 12770412"/>
              <a:gd name="connsiteY1" fmla="*/ 0 h 10364238"/>
              <a:gd name="connsiteX2" fmla="*/ 12761219 w 12770412"/>
              <a:gd name="connsiteY2" fmla="*/ 10363599 h 10364238"/>
              <a:gd name="connsiteX3" fmla="*/ 4050012 w 12770412"/>
              <a:gd name="connsiteY3" fmla="*/ 10361766 h 10364238"/>
              <a:gd name="connsiteX4" fmla="*/ 675956 w 12770412"/>
              <a:gd name="connsiteY4" fmla="*/ 9879717 h 10364238"/>
              <a:gd name="connsiteX5" fmla="*/ 77178 w 12770412"/>
              <a:gd name="connsiteY5" fmla="*/ 7169913 h 10364238"/>
              <a:gd name="connsiteX6" fmla="*/ 12884 w 12770412"/>
              <a:gd name="connsiteY6" fmla="*/ 12266 h 10364238"/>
              <a:gd name="connsiteX0" fmla="*/ 10162 w 12775936"/>
              <a:gd name="connsiteY0" fmla="*/ 5543 h 10364238"/>
              <a:gd name="connsiteX1" fmla="*/ 12775936 w 12775936"/>
              <a:gd name="connsiteY1" fmla="*/ 0 h 10364238"/>
              <a:gd name="connsiteX2" fmla="*/ 12766743 w 12775936"/>
              <a:gd name="connsiteY2" fmla="*/ 10363599 h 10364238"/>
              <a:gd name="connsiteX3" fmla="*/ 4055536 w 12775936"/>
              <a:gd name="connsiteY3" fmla="*/ 10361766 h 10364238"/>
              <a:gd name="connsiteX4" fmla="*/ 681480 w 12775936"/>
              <a:gd name="connsiteY4" fmla="*/ 9879717 h 10364238"/>
              <a:gd name="connsiteX5" fmla="*/ 82702 w 12775936"/>
              <a:gd name="connsiteY5" fmla="*/ 7169913 h 10364238"/>
              <a:gd name="connsiteX6" fmla="*/ 10162 w 12775936"/>
              <a:gd name="connsiteY6" fmla="*/ 5543 h 10364238"/>
              <a:gd name="connsiteX0" fmla="*/ 46869 w 12812643"/>
              <a:gd name="connsiteY0" fmla="*/ 5543 h 10364238"/>
              <a:gd name="connsiteX1" fmla="*/ 12812643 w 12812643"/>
              <a:gd name="connsiteY1" fmla="*/ 0 h 10364238"/>
              <a:gd name="connsiteX2" fmla="*/ 12803450 w 12812643"/>
              <a:gd name="connsiteY2" fmla="*/ 10363599 h 10364238"/>
              <a:gd name="connsiteX3" fmla="*/ 4092243 w 12812643"/>
              <a:gd name="connsiteY3" fmla="*/ 10361766 h 10364238"/>
              <a:gd name="connsiteX4" fmla="*/ 718187 w 12812643"/>
              <a:gd name="connsiteY4" fmla="*/ 9879717 h 10364238"/>
              <a:gd name="connsiteX5" fmla="*/ 53435 w 12812643"/>
              <a:gd name="connsiteY5" fmla="*/ 7210254 h 10364238"/>
              <a:gd name="connsiteX6" fmla="*/ 46869 w 12812643"/>
              <a:gd name="connsiteY6" fmla="*/ 5543 h 10364238"/>
              <a:gd name="connsiteX0" fmla="*/ 3041 w 12768815"/>
              <a:gd name="connsiteY0" fmla="*/ 5543 h 10364238"/>
              <a:gd name="connsiteX1" fmla="*/ 12768815 w 12768815"/>
              <a:gd name="connsiteY1" fmla="*/ 0 h 10364238"/>
              <a:gd name="connsiteX2" fmla="*/ 12759622 w 12768815"/>
              <a:gd name="connsiteY2" fmla="*/ 10363599 h 10364238"/>
              <a:gd name="connsiteX3" fmla="*/ 4048415 w 12768815"/>
              <a:gd name="connsiteY3" fmla="*/ 10361766 h 10364238"/>
              <a:gd name="connsiteX4" fmla="*/ 674359 w 12768815"/>
              <a:gd name="connsiteY4" fmla="*/ 9879717 h 10364238"/>
              <a:gd name="connsiteX5" fmla="*/ 9607 w 12768815"/>
              <a:gd name="connsiteY5" fmla="*/ 7210254 h 10364238"/>
              <a:gd name="connsiteX6" fmla="*/ 3041 w 12768815"/>
              <a:gd name="connsiteY6" fmla="*/ 5543 h 10364238"/>
              <a:gd name="connsiteX0" fmla="*/ 3041 w 12768815"/>
              <a:gd name="connsiteY0" fmla="*/ 5543 h 10363599"/>
              <a:gd name="connsiteX1" fmla="*/ 12768815 w 12768815"/>
              <a:gd name="connsiteY1" fmla="*/ 0 h 10363599"/>
              <a:gd name="connsiteX2" fmla="*/ 12759622 w 12768815"/>
              <a:gd name="connsiteY2" fmla="*/ 10363599 h 10363599"/>
              <a:gd name="connsiteX3" fmla="*/ 4048415 w 12768815"/>
              <a:gd name="connsiteY3" fmla="*/ 10361766 h 10363599"/>
              <a:gd name="connsiteX4" fmla="*/ 674359 w 12768815"/>
              <a:gd name="connsiteY4" fmla="*/ 9879717 h 10363599"/>
              <a:gd name="connsiteX5" fmla="*/ 9607 w 12768815"/>
              <a:gd name="connsiteY5" fmla="*/ 7210254 h 10363599"/>
              <a:gd name="connsiteX6" fmla="*/ 3041 w 12768815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401328"/>
              <a:gd name="connsiteX1" fmla="*/ 12809549 w 12809549"/>
              <a:gd name="connsiteY1" fmla="*/ 0 h 10401328"/>
              <a:gd name="connsiteX2" fmla="*/ 12800356 w 12809549"/>
              <a:gd name="connsiteY2" fmla="*/ 10363599 h 10401328"/>
              <a:gd name="connsiteX3" fmla="*/ 4089149 w 12809549"/>
              <a:gd name="connsiteY3" fmla="*/ 10361766 h 10401328"/>
              <a:gd name="connsiteX4" fmla="*/ 673109 w 12809549"/>
              <a:gd name="connsiteY4" fmla="*/ 9899276 h 10401328"/>
              <a:gd name="connsiteX5" fmla="*/ 50341 w 12809549"/>
              <a:gd name="connsiteY5" fmla="*/ 7210254 h 10401328"/>
              <a:gd name="connsiteX6" fmla="*/ 43775 w 12809549"/>
              <a:gd name="connsiteY6" fmla="*/ 5543 h 10401328"/>
              <a:gd name="connsiteX0" fmla="*/ 43775 w 12809549"/>
              <a:gd name="connsiteY0" fmla="*/ 5543 h 10364586"/>
              <a:gd name="connsiteX1" fmla="*/ 12809549 w 12809549"/>
              <a:gd name="connsiteY1" fmla="*/ 0 h 10364586"/>
              <a:gd name="connsiteX2" fmla="*/ 12800356 w 12809549"/>
              <a:gd name="connsiteY2" fmla="*/ 10363599 h 10364586"/>
              <a:gd name="connsiteX3" fmla="*/ 4089149 w 12809549"/>
              <a:gd name="connsiteY3" fmla="*/ 10361766 h 10364586"/>
              <a:gd name="connsiteX4" fmla="*/ 673109 w 12809549"/>
              <a:gd name="connsiteY4" fmla="*/ 9899276 h 10364586"/>
              <a:gd name="connsiteX5" fmla="*/ 50341 w 12809549"/>
              <a:gd name="connsiteY5" fmla="*/ 7210254 h 10364586"/>
              <a:gd name="connsiteX6" fmla="*/ 43775 w 12809549"/>
              <a:gd name="connsiteY6" fmla="*/ 5543 h 10364586"/>
              <a:gd name="connsiteX0" fmla="*/ 43775 w 12809549"/>
              <a:gd name="connsiteY0" fmla="*/ 5543 h 10383980"/>
              <a:gd name="connsiteX1" fmla="*/ 12809549 w 12809549"/>
              <a:gd name="connsiteY1" fmla="*/ 0 h 10383980"/>
              <a:gd name="connsiteX2" fmla="*/ 12800356 w 12809549"/>
              <a:gd name="connsiteY2" fmla="*/ 10363599 h 10383980"/>
              <a:gd name="connsiteX3" fmla="*/ 4089149 w 12809549"/>
              <a:gd name="connsiteY3" fmla="*/ 10361766 h 10383980"/>
              <a:gd name="connsiteX4" fmla="*/ 673109 w 12809549"/>
              <a:gd name="connsiteY4" fmla="*/ 9899276 h 10383980"/>
              <a:gd name="connsiteX5" fmla="*/ 50341 w 12809549"/>
              <a:gd name="connsiteY5" fmla="*/ 7210254 h 10383980"/>
              <a:gd name="connsiteX6" fmla="*/ 43775 w 12809549"/>
              <a:gd name="connsiteY6" fmla="*/ 5543 h 10383980"/>
              <a:gd name="connsiteX0" fmla="*/ 43775 w 12809549"/>
              <a:gd name="connsiteY0" fmla="*/ 5543 h 10366125"/>
              <a:gd name="connsiteX1" fmla="*/ 12809549 w 12809549"/>
              <a:gd name="connsiteY1" fmla="*/ 0 h 10366125"/>
              <a:gd name="connsiteX2" fmla="*/ 12800356 w 12809549"/>
              <a:gd name="connsiteY2" fmla="*/ 10363599 h 10366125"/>
              <a:gd name="connsiteX3" fmla="*/ 4089149 w 12809549"/>
              <a:gd name="connsiteY3" fmla="*/ 10361766 h 10366125"/>
              <a:gd name="connsiteX4" fmla="*/ 673109 w 12809549"/>
              <a:gd name="connsiteY4" fmla="*/ 9899276 h 10366125"/>
              <a:gd name="connsiteX5" fmla="*/ 50341 w 12809549"/>
              <a:gd name="connsiteY5" fmla="*/ 7210254 h 10366125"/>
              <a:gd name="connsiteX6" fmla="*/ 43775 w 12809549"/>
              <a:gd name="connsiteY6" fmla="*/ 5543 h 10366125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99399"/>
              <a:gd name="connsiteX1" fmla="*/ 12809549 w 12809549"/>
              <a:gd name="connsiteY1" fmla="*/ 0 h 10399399"/>
              <a:gd name="connsiteX2" fmla="*/ 12800356 w 12809549"/>
              <a:gd name="connsiteY2" fmla="*/ 10363599 h 10399399"/>
              <a:gd name="connsiteX3" fmla="*/ 4089149 w 12809549"/>
              <a:gd name="connsiteY3" fmla="*/ 10361766 h 10399399"/>
              <a:gd name="connsiteX4" fmla="*/ 673109 w 12809549"/>
              <a:gd name="connsiteY4" fmla="*/ 9899276 h 10399399"/>
              <a:gd name="connsiteX5" fmla="*/ 50341 w 12809549"/>
              <a:gd name="connsiteY5" fmla="*/ 7210254 h 10399399"/>
              <a:gd name="connsiteX6" fmla="*/ 43775 w 12809549"/>
              <a:gd name="connsiteY6" fmla="*/ 5543 h 10399399"/>
              <a:gd name="connsiteX0" fmla="*/ 43775 w 12809549"/>
              <a:gd name="connsiteY0" fmla="*/ 5543 h 10363599"/>
              <a:gd name="connsiteX1" fmla="*/ 12809549 w 12809549"/>
              <a:gd name="connsiteY1" fmla="*/ 0 h 10363599"/>
              <a:gd name="connsiteX2" fmla="*/ 12800356 w 12809549"/>
              <a:gd name="connsiteY2" fmla="*/ 10363599 h 10363599"/>
              <a:gd name="connsiteX3" fmla="*/ 4089149 w 12809549"/>
              <a:gd name="connsiteY3" fmla="*/ 10361766 h 10363599"/>
              <a:gd name="connsiteX4" fmla="*/ 673109 w 12809549"/>
              <a:gd name="connsiteY4" fmla="*/ 9899276 h 10363599"/>
              <a:gd name="connsiteX5" fmla="*/ 50341 w 12809549"/>
              <a:gd name="connsiteY5" fmla="*/ 7210254 h 10363599"/>
              <a:gd name="connsiteX6" fmla="*/ 43775 w 12809549"/>
              <a:gd name="connsiteY6" fmla="*/ 5543 h 10363599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50341 w 12809549"/>
              <a:gd name="connsiteY5" fmla="*/ 7210254 h 10367471"/>
              <a:gd name="connsiteX6" fmla="*/ 43775 w 12809549"/>
              <a:gd name="connsiteY6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43775 w 12809549"/>
              <a:gd name="connsiteY0" fmla="*/ 5543 h 10367471"/>
              <a:gd name="connsiteX1" fmla="*/ 12809549 w 12809549"/>
              <a:gd name="connsiteY1" fmla="*/ 0 h 10367471"/>
              <a:gd name="connsiteX2" fmla="*/ 12800356 w 12809549"/>
              <a:gd name="connsiteY2" fmla="*/ 10363599 h 10367471"/>
              <a:gd name="connsiteX3" fmla="*/ 4089149 w 12809549"/>
              <a:gd name="connsiteY3" fmla="*/ 10361766 h 10367471"/>
              <a:gd name="connsiteX4" fmla="*/ 673109 w 12809549"/>
              <a:gd name="connsiteY4" fmla="*/ 9899276 h 10367471"/>
              <a:gd name="connsiteX5" fmla="*/ 72432 w 12809549"/>
              <a:gd name="connsiteY5" fmla="*/ 8839200 h 10367471"/>
              <a:gd name="connsiteX6" fmla="*/ 50341 w 12809549"/>
              <a:gd name="connsiteY6" fmla="*/ 7210254 h 10367471"/>
              <a:gd name="connsiteX7" fmla="*/ 43775 w 12809549"/>
              <a:gd name="connsiteY7" fmla="*/ 5543 h 10367471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4048431 w 12768831"/>
              <a:gd name="connsiteY3" fmla="*/ 10361766 h 10363599"/>
              <a:gd name="connsiteX4" fmla="*/ 1952926 w 12768831"/>
              <a:gd name="connsiteY4" fmla="*/ 10257367 h 10363599"/>
              <a:gd name="connsiteX5" fmla="*/ 632391 w 12768831"/>
              <a:gd name="connsiteY5" fmla="*/ 9899276 h 10363599"/>
              <a:gd name="connsiteX6" fmla="*/ 31714 w 12768831"/>
              <a:gd name="connsiteY6" fmla="*/ 8758766 h 10363599"/>
              <a:gd name="connsiteX7" fmla="*/ 9623 w 12768831"/>
              <a:gd name="connsiteY7" fmla="*/ 7210254 h 10363599"/>
              <a:gd name="connsiteX8" fmla="*/ 3057 w 12768831"/>
              <a:gd name="connsiteY8" fmla="*/ 5543 h 10363599"/>
              <a:gd name="connsiteX0" fmla="*/ 3057 w 12768831"/>
              <a:gd name="connsiteY0" fmla="*/ 5543 h 10374593"/>
              <a:gd name="connsiteX1" fmla="*/ 12768831 w 12768831"/>
              <a:gd name="connsiteY1" fmla="*/ 0 h 10374593"/>
              <a:gd name="connsiteX2" fmla="*/ 12759638 w 12768831"/>
              <a:gd name="connsiteY2" fmla="*/ 10363599 h 10374593"/>
              <a:gd name="connsiteX3" fmla="*/ 4048431 w 12768831"/>
              <a:gd name="connsiteY3" fmla="*/ 10361766 h 10374593"/>
              <a:gd name="connsiteX4" fmla="*/ 1947734 w 12768831"/>
              <a:gd name="connsiteY4" fmla="*/ 10337800 h 10374593"/>
              <a:gd name="connsiteX5" fmla="*/ 632391 w 12768831"/>
              <a:gd name="connsiteY5" fmla="*/ 9899276 h 10374593"/>
              <a:gd name="connsiteX6" fmla="*/ 31714 w 12768831"/>
              <a:gd name="connsiteY6" fmla="*/ 8758766 h 10374593"/>
              <a:gd name="connsiteX7" fmla="*/ 9623 w 12768831"/>
              <a:gd name="connsiteY7" fmla="*/ 7210254 h 10374593"/>
              <a:gd name="connsiteX8" fmla="*/ 3057 w 12768831"/>
              <a:gd name="connsiteY8" fmla="*/ 5543 h 1037459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1947734 w 12768831"/>
              <a:gd name="connsiteY3" fmla="*/ 10337800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7433"/>
              <a:gd name="connsiteX1" fmla="*/ 12768831 w 12768831"/>
              <a:gd name="connsiteY1" fmla="*/ 0 h 10367433"/>
              <a:gd name="connsiteX2" fmla="*/ 12759638 w 12768831"/>
              <a:gd name="connsiteY2" fmla="*/ 10363599 h 10367433"/>
              <a:gd name="connsiteX3" fmla="*/ 1947734 w 12768831"/>
              <a:gd name="connsiteY3" fmla="*/ 10367433 h 10367433"/>
              <a:gd name="connsiteX4" fmla="*/ 632391 w 12768831"/>
              <a:gd name="connsiteY4" fmla="*/ 9899276 h 10367433"/>
              <a:gd name="connsiteX5" fmla="*/ 31714 w 12768831"/>
              <a:gd name="connsiteY5" fmla="*/ 8758766 h 10367433"/>
              <a:gd name="connsiteX6" fmla="*/ 9623 w 12768831"/>
              <a:gd name="connsiteY6" fmla="*/ 7210254 h 10367433"/>
              <a:gd name="connsiteX7" fmla="*/ 3057 w 12768831"/>
              <a:gd name="connsiteY7" fmla="*/ 5543 h 10367433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3057 w 12768831"/>
              <a:gd name="connsiteY0" fmla="*/ 5543 h 10363599"/>
              <a:gd name="connsiteX1" fmla="*/ 12768831 w 12768831"/>
              <a:gd name="connsiteY1" fmla="*/ 0 h 10363599"/>
              <a:gd name="connsiteX2" fmla="*/ 12759638 w 12768831"/>
              <a:gd name="connsiteY2" fmla="*/ 10363599 h 10363599"/>
              <a:gd name="connsiteX3" fmla="*/ 2420248 w 12768831"/>
              <a:gd name="connsiteY3" fmla="*/ 10358966 h 10363599"/>
              <a:gd name="connsiteX4" fmla="*/ 632391 w 12768831"/>
              <a:gd name="connsiteY4" fmla="*/ 9899276 h 10363599"/>
              <a:gd name="connsiteX5" fmla="*/ 31714 w 12768831"/>
              <a:gd name="connsiteY5" fmla="*/ 8758766 h 10363599"/>
              <a:gd name="connsiteX6" fmla="*/ 9623 w 12768831"/>
              <a:gd name="connsiteY6" fmla="*/ 7210254 h 10363599"/>
              <a:gd name="connsiteX7" fmla="*/ 3057 w 12768831"/>
              <a:gd name="connsiteY7" fmla="*/ 5543 h 10363599"/>
              <a:gd name="connsiteX0" fmla="*/ 2818 w 12768592"/>
              <a:gd name="connsiteY0" fmla="*/ 5543 h 10363599"/>
              <a:gd name="connsiteX1" fmla="*/ 12768592 w 12768592"/>
              <a:gd name="connsiteY1" fmla="*/ 0 h 10363599"/>
              <a:gd name="connsiteX2" fmla="*/ 12759399 w 12768592"/>
              <a:gd name="connsiteY2" fmla="*/ 10363599 h 10363599"/>
              <a:gd name="connsiteX3" fmla="*/ 2420009 w 12768592"/>
              <a:gd name="connsiteY3" fmla="*/ 10358966 h 10363599"/>
              <a:gd name="connsiteX4" fmla="*/ 632152 w 12768592"/>
              <a:gd name="connsiteY4" fmla="*/ 9899276 h 10363599"/>
              <a:gd name="connsiteX5" fmla="*/ 22011 w 12768592"/>
              <a:gd name="connsiteY5" fmla="*/ 8801207 h 10363599"/>
              <a:gd name="connsiteX6" fmla="*/ 9384 w 12768592"/>
              <a:gd name="connsiteY6" fmla="*/ 7210254 h 10363599"/>
              <a:gd name="connsiteX7" fmla="*/ 2818 w 1276859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825970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20588 w 12786362"/>
              <a:gd name="connsiteY0" fmla="*/ 5543 h 10363599"/>
              <a:gd name="connsiteX1" fmla="*/ 12786362 w 12786362"/>
              <a:gd name="connsiteY1" fmla="*/ 0 h 10363599"/>
              <a:gd name="connsiteX2" fmla="*/ 12777169 w 12786362"/>
              <a:gd name="connsiteY2" fmla="*/ 10363599 h 10363599"/>
              <a:gd name="connsiteX3" fmla="*/ 2437779 w 12786362"/>
              <a:gd name="connsiteY3" fmla="*/ 10358966 h 10363599"/>
              <a:gd name="connsiteX4" fmla="*/ 526880 w 12786362"/>
              <a:gd name="connsiteY4" fmla="*/ 9795105 h 10363599"/>
              <a:gd name="connsiteX5" fmla="*/ 39781 w 12786362"/>
              <a:gd name="connsiteY5" fmla="*/ 8801207 h 10363599"/>
              <a:gd name="connsiteX6" fmla="*/ 27154 w 12786362"/>
              <a:gd name="connsiteY6" fmla="*/ 7210254 h 10363599"/>
              <a:gd name="connsiteX7" fmla="*/ 20588 w 12786362"/>
              <a:gd name="connsiteY7" fmla="*/ 5543 h 10363599"/>
              <a:gd name="connsiteX0" fmla="*/ 19422 w 12785196"/>
              <a:gd name="connsiteY0" fmla="*/ 5543 h 10363599"/>
              <a:gd name="connsiteX1" fmla="*/ 12785196 w 12785196"/>
              <a:gd name="connsiteY1" fmla="*/ 0 h 10363599"/>
              <a:gd name="connsiteX2" fmla="*/ 12776003 w 12785196"/>
              <a:gd name="connsiteY2" fmla="*/ 10363599 h 10363599"/>
              <a:gd name="connsiteX3" fmla="*/ 2436613 w 12785196"/>
              <a:gd name="connsiteY3" fmla="*/ 10358966 h 10363599"/>
              <a:gd name="connsiteX4" fmla="*/ 525714 w 12785196"/>
              <a:gd name="connsiteY4" fmla="*/ 9795105 h 10363599"/>
              <a:gd name="connsiteX5" fmla="*/ 38615 w 12785196"/>
              <a:gd name="connsiteY5" fmla="*/ 8801207 h 10363599"/>
              <a:gd name="connsiteX6" fmla="*/ 25988 w 12785196"/>
              <a:gd name="connsiteY6" fmla="*/ 7210254 h 10363599"/>
              <a:gd name="connsiteX7" fmla="*/ 19422 w 12785196"/>
              <a:gd name="connsiteY7" fmla="*/ 5543 h 10363599"/>
              <a:gd name="connsiteX0" fmla="*/ 19421 w 12776005"/>
              <a:gd name="connsiteY0" fmla="*/ 0 h 10358056"/>
              <a:gd name="connsiteX1" fmla="*/ 10928165 w 12776005"/>
              <a:gd name="connsiteY1" fmla="*/ 39427 h 10358056"/>
              <a:gd name="connsiteX2" fmla="*/ 12776002 w 12776005"/>
              <a:gd name="connsiteY2" fmla="*/ 10358056 h 10358056"/>
              <a:gd name="connsiteX3" fmla="*/ 2436612 w 12776005"/>
              <a:gd name="connsiteY3" fmla="*/ 10353423 h 10358056"/>
              <a:gd name="connsiteX4" fmla="*/ 525713 w 12776005"/>
              <a:gd name="connsiteY4" fmla="*/ 9789562 h 10358056"/>
              <a:gd name="connsiteX5" fmla="*/ 38614 w 12776005"/>
              <a:gd name="connsiteY5" fmla="*/ 8795664 h 10358056"/>
              <a:gd name="connsiteX6" fmla="*/ 25987 w 12776005"/>
              <a:gd name="connsiteY6" fmla="*/ 7204711 h 10358056"/>
              <a:gd name="connsiteX7" fmla="*/ 19421 w 12776005"/>
              <a:gd name="connsiteY7" fmla="*/ 0 h 10358056"/>
              <a:gd name="connsiteX0" fmla="*/ 19421 w 12776012"/>
              <a:gd name="connsiteY0" fmla="*/ 5543 h 10363599"/>
              <a:gd name="connsiteX1" fmla="*/ 12141670 w 12776012"/>
              <a:gd name="connsiteY1" fmla="*/ 0 h 10363599"/>
              <a:gd name="connsiteX2" fmla="*/ 12776002 w 12776012"/>
              <a:gd name="connsiteY2" fmla="*/ 10363599 h 10363599"/>
              <a:gd name="connsiteX3" fmla="*/ 2436612 w 12776012"/>
              <a:gd name="connsiteY3" fmla="*/ 10358966 h 10363599"/>
              <a:gd name="connsiteX4" fmla="*/ 525713 w 12776012"/>
              <a:gd name="connsiteY4" fmla="*/ 9795105 h 10363599"/>
              <a:gd name="connsiteX5" fmla="*/ 38614 w 12776012"/>
              <a:gd name="connsiteY5" fmla="*/ 8801207 h 10363599"/>
              <a:gd name="connsiteX6" fmla="*/ 25987 w 12776012"/>
              <a:gd name="connsiteY6" fmla="*/ 7210254 h 10363599"/>
              <a:gd name="connsiteX7" fmla="*/ 19421 w 12776012"/>
              <a:gd name="connsiteY7" fmla="*/ 5543 h 1036359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12132478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93579"/>
              <a:gd name="connsiteX1" fmla="*/ 12141670 w 12141670"/>
              <a:gd name="connsiteY1" fmla="*/ 0 h 10393579"/>
              <a:gd name="connsiteX2" fmla="*/ 5527662 w 12141670"/>
              <a:gd name="connsiteY2" fmla="*/ 10393579 h 10393579"/>
              <a:gd name="connsiteX3" fmla="*/ 2436612 w 12141670"/>
              <a:gd name="connsiteY3" fmla="*/ 10358966 h 10393579"/>
              <a:gd name="connsiteX4" fmla="*/ 525713 w 12141670"/>
              <a:gd name="connsiteY4" fmla="*/ 9795105 h 10393579"/>
              <a:gd name="connsiteX5" fmla="*/ 38614 w 12141670"/>
              <a:gd name="connsiteY5" fmla="*/ 8801207 h 10393579"/>
              <a:gd name="connsiteX6" fmla="*/ 25987 w 12141670"/>
              <a:gd name="connsiteY6" fmla="*/ 7210254 h 10393579"/>
              <a:gd name="connsiteX7" fmla="*/ 19421 w 12141670"/>
              <a:gd name="connsiteY7" fmla="*/ 5543 h 10393579"/>
              <a:gd name="connsiteX0" fmla="*/ 19421 w 12141670"/>
              <a:gd name="connsiteY0" fmla="*/ 5543 h 10384435"/>
              <a:gd name="connsiteX1" fmla="*/ 12141670 w 12141670"/>
              <a:gd name="connsiteY1" fmla="*/ 0 h 10384435"/>
              <a:gd name="connsiteX2" fmla="*/ 5583741 w 12141670"/>
              <a:gd name="connsiteY2" fmla="*/ 10384435 h 10384435"/>
              <a:gd name="connsiteX3" fmla="*/ 2436612 w 12141670"/>
              <a:gd name="connsiteY3" fmla="*/ 10358966 h 10384435"/>
              <a:gd name="connsiteX4" fmla="*/ 525713 w 12141670"/>
              <a:gd name="connsiteY4" fmla="*/ 9795105 h 10384435"/>
              <a:gd name="connsiteX5" fmla="*/ 38614 w 12141670"/>
              <a:gd name="connsiteY5" fmla="*/ 8801207 h 10384435"/>
              <a:gd name="connsiteX6" fmla="*/ 25987 w 12141670"/>
              <a:gd name="connsiteY6" fmla="*/ 7210254 h 10384435"/>
              <a:gd name="connsiteX7" fmla="*/ 19421 w 12141670"/>
              <a:gd name="connsiteY7" fmla="*/ 5543 h 10384435"/>
              <a:gd name="connsiteX0" fmla="*/ 19421 w 5583751"/>
              <a:gd name="connsiteY0" fmla="*/ 0 h 10378892"/>
              <a:gd name="connsiteX1" fmla="*/ 4941175 w 5583751"/>
              <a:gd name="connsiteY1" fmla="*/ 12745 h 10378892"/>
              <a:gd name="connsiteX2" fmla="*/ 5583741 w 5583751"/>
              <a:gd name="connsiteY2" fmla="*/ 10378892 h 10378892"/>
              <a:gd name="connsiteX3" fmla="*/ 2436612 w 5583751"/>
              <a:gd name="connsiteY3" fmla="*/ 10353423 h 10378892"/>
              <a:gd name="connsiteX4" fmla="*/ 525713 w 5583751"/>
              <a:gd name="connsiteY4" fmla="*/ 9789562 h 10378892"/>
              <a:gd name="connsiteX5" fmla="*/ 38614 w 5583751"/>
              <a:gd name="connsiteY5" fmla="*/ 8795664 h 10378892"/>
              <a:gd name="connsiteX6" fmla="*/ 25987 w 5583751"/>
              <a:gd name="connsiteY6" fmla="*/ 7204711 h 10378892"/>
              <a:gd name="connsiteX7" fmla="*/ 19421 w 5583751"/>
              <a:gd name="connsiteY7" fmla="*/ 0 h 10378892"/>
              <a:gd name="connsiteX0" fmla="*/ 19421 w 5584052"/>
              <a:gd name="connsiteY0" fmla="*/ 0 h 10378892"/>
              <a:gd name="connsiteX1" fmla="*/ 5569255 w 5584052"/>
              <a:gd name="connsiteY1" fmla="*/ 3601 h 10378892"/>
              <a:gd name="connsiteX2" fmla="*/ 5583741 w 5584052"/>
              <a:gd name="connsiteY2" fmla="*/ 10378892 h 10378892"/>
              <a:gd name="connsiteX3" fmla="*/ 2436612 w 5584052"/>
              <a:gd name="connsiteY3" fmla="*/ 10353423 h 10378892"/>
              <a:gd name="connsiteX4" fmla="*/ 525713 w 5584052"/>
              <a:gd name="connsiteY4" fmla="*/ 9789562 h 10378892"/>
              <a:gd name="connsiteX5" fmla="*/ 38614 w 5584052"/>
              <a:gd name="connsiteY5" fmla="*/ 8795664 h 10378892"/>
              <a:gd name="connsiteX6" fmla="*/ 25987 w 5584052"/>
              <a:gd name="connsiteY6" fmla="*/ 7204711 h 10378892"/>
              <a:gd name="connsiteX7" fmla="*/ 19421 w 5584052"/>
              <a:gd name="connsiteY7" fmla="*/ 0 h 10378892"/>
              <a:gd name="connsiteX0" fmla="*/ 3641 w 5568272"/>
              <a:gd name="connsiteY0" fmla="*/ 0 h 10378892"/>
              <a:gd name="connsiteX1" fmla="*/ 5553475 w 5568272"/>
              <a:gd name="connsiteY1" fmla="*/ 3601 h 10378892"/>
              <a:gd name="connsiteX2" fmla="*/ 5567961 w 5568272"/>
              <a:gd name="connsiteY2" fmla="*/ 10378892 h 10378892"/>
              <a:gd name="connsiteX3" fmla="*/ 2420832 w 5568272"/>
              <a:gd name="connsiteY3" fmla="*/ 10353423 h 10378892"/>
              <a:gd name="connsiteX4" fmla="*/ 509933 w 5568272"/>
              <a:gd name="connsiteY4" fmla="*/ 9789562 h 10378892"/>
              <a:gd name="connsiteX5" fmla="*/ 22834 w 5568272"/>
              <a:gd name="connsiteY5" fmla="*/ 8795664 h 10378892"/>
              <a:gd name="connsiteX6" fmla="*/ 10207 w 5568272"/>
              <a:gd name="connsiteY6" fmla="*/ 7204711 h 10378892"/>
              <a:gd name="connsiteX7" fmla="*/ 3641 w 5568272"/>
              <a:gd name="connsiteY7" fmla="*/ 0 h 10378892"/>
              <a:gd name="connsiteX0" fmla="*/ 3641 w 5568273"/>
              <a:gd name="connsiteY0" fmla="*/ 0 h 10362943"/>
              <a:gd name="connsiteX1" fmla="*/ 5553475 w 5568273"/>
              <a:gd name="connsiteY1" fmla="*/ 3601 h 10362943"/>
              <a:gd name="connsiteX2" fmla="*/ 5567962 w 5568273"/>
              <a:gd name="connsiteY2" fmla="*/ 10362943 h 10362943"/>
              <a:gd name="connsiteX3" fmla="*/ 2420832 w 5568273"/>
              <a:gd name="connsiteY3" fmla="*/ 10353423 h 10362943"/>
              <a:gd name="connsiteX4" fmla="*/ 509933 w 5568273"/>
              <a:gd name="connsiteY4" fmla="*/ 9789562 h 10362943"/>
              <a:gd name="connsiteX5" fmla="*/ 22834 w 5568273"/>
              <a:gd name="connsiteY5" fmla="*/ 8795664 h 10362943"/>
              <a:gd name="connsiteX6" fmla="*/ 10207 w 5568273"/>
              <a:gd name="connsiteY6" fmla="*/ 7204711 h 10362943"/>
              <a:gd name="connsiteX7" fmla="*/ 3641 w 5568273"/>
              <a:gd name="connsiteY7" fmla="*/ 0 h 1036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68273" h="10362943" extrusionOk="0">
                <a:moveTo>
                  <a:pt x="3641" y="0"/>
                </a:moveTo>
                <a:lnTo>
                  <a:pt x="5553475" y="3601"/>
                </a:lnTo>
                <a:cubicBezTo>
                  <a:pt x="5550411" y="3458134"/>
                  <a:pt x="5571026" y="6908410"/>
                  <a:pt x="5567962" y="10362943"/>
                </a:cubicBezTo>
                <a:cubicBezTo>
                  <a:pt x="2336007" y="10351405"/>
                  <a:pt x="5652787" y="10364961"/>
                  <a:pt x="2420832" y="10353423"/>
                </a:cubicBezTo>
                <a:cubicBezTo>
                  <a:pt x="1337439" y="10361007"/>
                  <a:pt x="848078" y="10107061"/>
                  <a:pt x="509933" y="9789562"/>
                </a:cubicBezTo>
                <a:cubicBezTo>
                  <a:pt x="171788" y="9472063"/>
                  <a:pt x="47606" y="9218520"/>
                  <a:pt x="22834" y="8795664"/>
                </a:cubicBezTo>
                <a:cubicBezTo>
                  <a:pt x="-1938" y="8372808"/>
                  <a:pt x="18139" y="7439880"/>
                  <a:pt x="10207" y="7204711"/>
                </a:cubicBezTo>
                <a:cubicBezTo>
                  <a:pt x="2275" y="6969542"/>
                  <a:pt x="-4402" y="2447544"/>
                  <a:pt x="364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>
            <a:lvl1pPr>
              <a:defRPr b="0" i="0">
                <a:latin typeface="Tinkoff San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" name="Уровень текста 1…"/>
          <p:cNvSpPr txBox="1">
            <a:spLocks noGrp="1"/>
          </p:cNvSpPr>
          <p:nvPr>
            <p:ph type="body" idx="1" hasCustomPrompt="1"/>
          </p:nvPr>
        </p:nvSpPr>
        <p:spPr bwMode="auto">
          <a:xfrm>
            <a:off x="680451" y="2577108"/>
            <a:ext cx="15749445" cy="6732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 typeface="Wingdings"/>
              <a:buNone/>
              <a:tabLst>
                <a:tab pos="4711865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 typeface="Wingdings"/>
              <a:buNone/>
              <a:tabLst>
                <a:tab pos="4711865" algn="l"/>
              </a:tabLst>
              <a:defRPr sz="2750" spc="11"/>
            </a:lvl5pPr>
          </a:lstStyle>
          <a:p>
            <a:pPr>
              <a:defRPr/>
            </a:pPr>
            <a:r>
              <a:t>С другой стороны рамки и место обучения кадров требуют от нас анализа систем массового участия.  Таким образом постоянное информационно-пропагандистское обеспечение нашей деятельности играет  важную роль в формировании позиций, занимаемых участниками	в отношении поставленных задач.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0" name="Текст 1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48859" y="2577100"/>
            <a:ext cx="10056187" cy="1896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750" spc="11"/>
            </a:lvl1pPr>
            <a:lvl2pPr marL="742806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2pPr>
            <a:lvl3pPr marL="1485609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3pPr>
            <a:lvl4pPr marL="2228414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4pPr>
            <a:lvl5pPr marL="2971220" indent="0" defTabSz="449939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2137213" algn="l"/>
              </a:tabLst>
              <a:defRPr sz="2750" spc="11"/>
            </a:lvl5pPr>
          </a:lstStyle>
          <a:p>
            <a:pPr>
              <a:defRPr/>
            </a:pPr>
            <a:r>
              <a:t>Место обучения кадров требуют от нас анализа систем массового  участия. Таким образом постоянное информационно-  пропагандистское обеспечение нашей деятельности играет  важную роль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139" name="Текст 29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948859" y="4844657"/>
            <a:ext cx="10056187" cy="1202438"/>
          </a:xfrm>
          <a:prstGeom prst="rect">
            <a:avLst/>
          </a:prstGeom>
        </p:spPr>
        <p:txBody>
          <a:bodyPr>
            <a:noAutofit/>
          </a:bodyPr>
          <a:lstStyle>
            <a:lvl1pPr marL="0" marR="402302" indent="0" defTabSz="449939">
              <a:lnSpc>
                <a:spcPct val="1139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Таким образом постоянное информационно-пропагандистское  обеспечение нашей деятельности играет важную роль</a:t>
            </a:r>
          </a:p>
        </p:txBody>
      </p:sp>
      <p:sp>
        <p:nvSpPr>
          <p:cNvPr id="140" name="Текст 29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948859" y="6215977"/>
            <a:ext cx="10056187" cy="79511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2137213" algn="l"/>
              </a:tabLst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	с широким активом</a:t>
            </a:r>
          </a:p>
        </p:txBody>
      </p:sp>
      <p:sp>
        <p:nvSpPr>
          <p:cNvPr id="142" name="Текст 1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>
            <a:off x="0" y="-2"/>
            <a:ext cx="19799300" cy="507722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8130786" y="-8129359"/>
            <a:ext cx="3525495" cy="1979221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6800"/>
              <a:gd name="connsiteX1" fmla="*/ 3846480 w 4668418"/>
              <a:gd name="connsiteY1" fmla="*/ 0 h 19786800"/>
              <a:gd name="connsiteX2" fmla="*/ 4668418 w 4668418"/>
              <a:gd name="connsiteY2" fmla="*/ 0 h 19786800"/>
              <a:gd name="connsiteX3" fmla="*/ 3092327 w 4668418"/>
              <a:gd name="connsiteY3" fmla="*/ 19307044 h 19786800"/>
              <a:gd name="connsiteX4" fmla="*/ 0 w 4668418"/>
              <a:gd name="connsiteY4" fmla="*/ 19786800 h 19786800"/>
              <a:gd name="connsiteX5" fmla="*/ 31361 w 4668418"/>
              <a:gd name="connsiteY5" fmla="*/ 1613624 h 19786800"/>
              <a:gd name="connsiteX6" fmla="*/ 1644985 w 4668418"/>
              <a:gd name="connsiteY6" fmla="*/ 0 h 19786800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4668418"/>
              <a:gd name="connsiteY0" fmla="*/ 0 h 19789644"/>
              <a:gd name="connsiteX1" fmla="*/ 2576480 w 4668418"/>
              <a:gd name="connsiteY1" fmla="*/ 0 h 19789644"/>
              <a:gd name="connsiteX2" fmla="*/ 4668418 w 4668418"/>
              <a:gd name="connsiteY2" fmla="*/ 0 h 19789644"/>
              <a:gd name="connsiteX3" fmla="*/ 3524127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44985 w 3524177"/>
              <a:gd name="connsiteY0" fmla="*/ 25400 h 19815044"/>
              <a:gd name="connsiteX1" fmla="*/ 2576480 w 3524177"/>
              <a:gd name="connsiteY1" fmla="*/ 25400 h 19815044"/>
              <a:gd name="connsiteX2" fmla="*/ 2966618 w 3524177"/>
              <a:gd name="connsiteY2" fmla="*/ 0 h 19815044"/>
              <a:gd name="connsiteX3" fmla="*/ 3524127 w 3524177"/>
              <a:gd name="connsiteY3" fmla="*/ 19815044 h 19815044"/>
              <a:gd name="connsiteX4" fmla="*/ 0 w 3524177"/>
              <a:gd name="connsiteY4" fmla="*/ 19812200 h 19815044"/>
              <a:gd name="connsiteX5" fmla="*/ 31361 w 3524177"/>
              <a:gd name="connsiteY5" fmla="*/ 1639024 h 19815044"/>
              <a:gd name="connsiteX6" fmla="*/ 1644985 w 3524177"/>
              <a:gd name="connsiteY6" fmla="*/ 25400 h 19815044"/>
              <a:gd name="connsiteX0" fmla="*/ 1644985 w 3550818"/>
              <a:gd name="connsiteY0" fmla="*/ 0 h 19789644"/>
              <a:gd name="connsiteX1" fmla="*/ 2576480 w 3550818"/>
              <a:gd name="connsiteY1" fmla="*/ 0 h 19789644"/>
              <a:gd name="connsiteX2" fmla="*/ 3550818 w 3550818"/>
              <a:gd name="connsiteY2" fmla="*/ 76200 h 19789644"/>
              <a:gd name="connsiteX3" fmla="*/ 3524127 w 3550818"/>
              <a:gd name="connsiteY3" fmla="*/ 19789644 h 19789644"/>
              <a:gd name="connsiteX4" fmla="*/ 0 w 3550818"/>
              <a:gd name="connsiteY4" fmla="*/ 19786800 h 19789644"/>
              <a:gd name="connsiteX5" fmla="*/ 31361 w 3550818"/>
              <a:gd name="connsiteY5" fmla="*/ 1613624 h 19789644"/>
              <a:gd name="connsiteX6" fmla="*/ 1644985 w 3550818"/>
              <a:gd name="connsiteY6" fmla="*/ 0 h 19789644"/>
              <a:gd name="connsiteX0" fmla="*/ 1644985 w 3525318"/>
              <a:gd name="connsiteY0" fmla="*/ 0 h 19789644"/>
              <a:gd name="connsiteX1" fmla="*/ 2576480 w 3525318"/>
              <a:gd name="connsiteY1" fmla="*/ 0 h 19789644"/>
              <a:gd name="connsiteX2" fmla="*/ 3516094 w 3525318"/>
              <a:gd name="connsiteY2" fmla="*/ 6752 h 19789644"/>
              <a:gd name="connsiteX3" fmla="*/ 3524127 w 3525318"/>
              <a:gd name="connsiteY3" fmla="*/ 19789644 h 19789644"/>
              <a:gd name="connsiteX4" fmla="*/ 0 w 3525318"/>
              <a:gd name="connsiteY4" fmla="*/ 19786800 h 19789644"/>
              <a:gd name="connsiteX5" fmla="*/ 31361 w 3525318"/>
              <a:gd name="connsiteY5" fmla="*/ 1613624 h 19789644"/>
              <a:gd name="connsiteX6" fmla="*/ 1644985 w 3525318"/>
              <a:gd name="connsiteY6" fmla="*/ 0 h 19789644"/>
              <a:gd name="connsiteX0" fmla="*/ 1644985 w 3524216"/>
              <a:gd name="connsiteY0" fmla="*/ 0 h 19789644"/>
              <a:gd name="connsiteX1" fmla="*/ 2576480 w 3524216"/>
              <a:gd name="connsiteY1" fmla="*/ 0 h 19789644"/>
              <a:gd name="connsiteX2" fmla="*/ 3215152 w 3524216"/>
              <a:gd name="connsiteY2" fmla="*/ 29901 h 19789644"/>
              <a:gd name="connsiteX3" fmla="*/ 3524127 w 3524216"/>
              <a:gd name="connsiteY3" fmla="*/ 19789644 h 19789644"/>
              <a:gd name="connsiteX4" fmla="*/ 0 w 3524216"/>
              <a:gd name="connsiteY4" fmla="*/ 19786800 h 19789644"/>
              <a:gd name="connsiteX5" fmla="*/ 31361 w 3524216"/>
              <a:gd name="connsiteY5" fmla="*/ 1613624 h 19789644"/>
              <a:gd name="connsiteX6" fmla="*/ 1644985 w 3524216"/>
              <a:gd name="connsiteY6" fmla="*/ 0 h 19789644"/>
              <a:gd name="connsiteX0" fmla="*/ 1644985 w 3527668"/>
              <a:gd name="connsiteY0" fmla="*/ 27972 h 19817616"/>
              <a:gd name="connsiteX1" fmla="*/ 2576480 w 3527668"/>
              <a:gd name="connsiteY1" fmla="*/ 27972 h 19817616"/>
              <a:gd name="connsiteX2" fmla="*/ 3527668 w 3527668"/>
              <a:gd name="connsiteY2" fmla="*/ 0 h 19817616"/>
              <a:gd name="connsiteX3" fmla="*/ 3524127 w 3527668"/>
              <a:gd name="connsiteY3" fmla="*/ 19817616 h 19817616"/>
              <a:gd name="connsiteX4" fmla="*/ 0 w 3527668"/>
              <a:gd name="connsiteY4" fmla="*/ 19814772 h 19817616"/>
              <a:gd name="connsiteX5" fmla="*/ 31361 w 3527668"/>
              <a:gd name="connsiteY5" fmla="*/ 1641596 h 19817616"/>
              <a:gd name="connsiteX6" fmla="*/ 1644985 w 3527668"/>
              <a:gd name="connsiteY6" fmla="*/ 27972 h 19817616"/>
              <a:gd name="connsiteX0" fmla="*/ 1644985 w 3524311"/>
              <a:gd name="connsiteY0" fmla="*/ 0 h 19789644"/>
              <a:gd name="connsiteX1" fmla="*/ 2576480 w 3524311"/>
              <a:gd name="connsiteY1" fmla="*/ 0 h 19789644"/>
              <a:gd name="connsiteX2" fmla="*/ 3383735 w 3524311"/>
              <a:gd name="connsiteY2" fmla="*/ 124428 h 19789644"/>
              <a:gd name="connsiteX3" fmla="*/ 3524127 w 3524311"/>
              <a:gd name="connsiteY3" fmla="*/ 19789644 h 19789644"/>
              <a:gd name="connsiteX4" fmla="*/ 0 w 3524311"/>
              <a:gd name="connsiteY4" fmla="*/ 19786800 h 19789644"/>
              <a:gd name="connsiteX5" fmla="*/ 31361 w 3524311"/>
              <a:gd name="connsiteY5" fmla="*/ 1613624 h 19789644"/>
              <a:gd name="connsiteX6" fmla="*/ 1644985 w 3524311"/>
              <a:gd name="connsiteY6" fmla="*/ 0 h 19789644"/>
              <a:gd name="connsiteX0" fmla="*/ 1644985 w 3525495"/>
              <a:gd name="connsiteY0" fmla="*/ 2572 h 19792216"/>
              <a:gd name="connsiteX1" fmla="*/ 2576480 w 3525495"/>
              <a:gd name="connsiteY1" fmla="*/ 2572 h 19792216"/>
              <a:gd name="connsiteX2" fmla="*/ 3519201 w 3525495"/>
              <a:gd name="connsiteY2" fmla="*/ 0 h 19792216"/>
              <a:gd name="connsiteX3" fmla="*/ 3524127 w 3525495"/>
              <a:gd name="connsiteY3" fmla="*/ 19792216 h 19792216"/>
              <a:gd name="connsiteX4" fmla="*/ 0 w 3525495"/>
              <a:gd name="connsiteY4" fmla="*/ 19789372 h 19792216"/>
              <a:gd name="connsiteX5" fmla="*/ 31361 w 3525495"/>
              <a:gd name="connsiteY5" fmla="*/ 1616196 h 19792216"/>
              <a:gd name="connsiteX6" fmla="*/ 1644985 w 3525495"/>
              <a:gd name="connsiteY6" fmla="*/ 2572 h 19792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25495" h="19792216" extrusionOk="0">
                <a:moveTo>
                  <a:pt x="1644985" y="2572"/>
                </a:moveTo>
                <a:lnTo>
                  <a:pt x="2576480" y="2572"/>
                </a:lnTo>
                <a:lnTo>
                  <a:pt x="3519201" y="0"/>
                </a:lnTo>
                <a:cubicBezTo>
                  <a:pt x="3512980" y="3707601"/>
                  <a:pt x="3530348" y="16084615"/>
                  <a:pt x="3524127" y="19792216"/>
                </a:cubicBezTo>
                <a:lnTo>
                  <a:pt x="0" y="19789372"/>
                </a:lnTo>
                <a:cubicBezTo>
                  <a:pt x="12441" y="13696053"/>
                  <a:pt x="18920" y="7709515"/>
                  <a:pt x="31361" y="1616196"/>
                </a:cubicBezTo>
                <a:cubicBezTo>
                  <a:pt x="31361" y="725016"/>
                  <a:pt x="753805" y="2572"/>
                  <a:pt x="1644985" y="2572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564506" y="-7560429"/>
            <a:ext cx="4679051" cy="1980806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4668418"/>
              <a:gd name="connsiteY0" fmla="*/ 0 h 19789644"/>
              <a:gd name="connsiteX1" fmla="*/ 3846480 w 4668418"/>
              <a:gd name="connsiteY1" fmla="*/ 0 h 19789644"/>
              <a:gd name="connsiteX2" fmla="*/ 4668418 w 4668418"/>
              <a:gd name="connsiteY2" fmla="*/ 0 h 19789644"/>
              <a:gd name="connsiteX3" fmla="*/ 4656495 w 4668418"/>
              <a:gd name="connsiteY3" fmla="*/ 19789644 h 19789644"/>
              <a:gd name="connsiteX4" fmla="*/ 0 w 4668418"/>
              <a:gd name="connsiteY4" fmla="*/ 19786800 h 19789644"/>
              <a:gd name="connsiteX5" fmla="*/ 31361 w 4668418"/>
              <a:gd name="connsiteY5" fmla="*/ 1613624 h 19789644"/>
              <a:gd name="connsiteX6" fmla="*/ 1644985 w 4668418"/>
              <a:gd name="connsiteY6" fmla="*/ 0 h 19789644"/>
              <a:gd name="connsiteX0" fmla="*/ 1655618 w 4679051"/>
              <a:gd name="connsiteY0" fmla="*/ 0 h 19808065"/>
              <a:gd name="connsiteX1" fmla="*/ 3857113 w 4679051"/>
              <a:gd name="connsiteY1" fmla="*/ 0 h 19808065"/>
              <a:gd name="connsiteX2" fmla="*/ 4679051 w 4679051"/>
              <a:gd name="connsiteY2" fmla="*/ 0 h 19808065"/>
              <a:gd name="connsiteX3" fmla="*/ 4667128 w 4679051"/>
              <a:gd name="connsiteY3" fmla="*/ 19789644 h 19808065"/>
              <a:gd name="connsiteX4" fmla="*/ 0 w 4679051"/>
              <a:gd name="connsiteY4" fmla="*/ 19808065 h 19808065"/>
              <a:gd name="connsiteX5" fmla="*/ 41994 w 4679051"/>
              <a:gd name="connsiteY5" fmla="*/ 1613624 h 19808065"/>
              <a:gd name="connsiteX6" fmla="*/ 1655618 w 4679051"/>
              <a:gd name="connsiteY6" fmla="*/ 0 h 1980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79051" h="19808065" extrusionOk="0">
                <a:moveTo>
                  <a:pt x="1655618" y="0"/>
                </a:moveTo>
                <a:lnTo>
                  <a:pt x="3857113" y="0"/>
                </a:lnTo>
                <a:lnTo>
                  <a:pt x="4679051" y="0"/>
                </a:lnTo>
                <a:cubicBezTo>
                  <a:pt x="4672830" y="3707601"/>
                  <a:pt x="4673349" y="16082043"/>
                  <a:pt x="4667128" y="19789644"/>
                </a:cubicBezTo>
                <a:lnTo>
                  <a:pt x="0" y="19808065"/>
                </a:lnTo>
                <a:cubicBezTo>
                  <a:pt x="12441" y="13714746"/>
                  <a:pt x="29553" y="7706943"/>
                  <a:pt x="41994" y="1613624"/>
                </a:cubicBezTo>
                <a:cubicBezTo>
                  <a:pt x="41994" y="722444"/>
                  <a:pt x="764438" y="0"/>
                  <a:pt x="1655618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ТС заголовок в 1 строку c картинко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" name="Рисунок 4"/>
          <p:cNvSpPr>
            <a:spLocks noGrp="1"/>
          </p:cNvSpPr>
          <p:nvPr>
            <p:ph type="pic" sz="quarter" idx="22"/>
          </p:nvPr>
        </p:nvSpPr>
        <p:spPr bwMode="auto">
          <a:xfrm>
            <a:off x="2158206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6" name="Рисунок 4"/>
          <p:cNvSpPr>
            <a:spLocks noGrp="1"/>
          </p:cNvSpPr>
          <p:nvPr>
            <p:ph type="pic" sz="quarter" idx="28"/>
          </p:nvPr>
        </p:nvSpPr>
        <p:spPr bwMode="auto">
          <a:xfrm>
            <a:off x="7840910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7" name="Рисунок 4"/>
          <p:cNvSpPr>
            <a:spLocks noGrp="1"/>
          </p:cNvSpPr>
          <p:nvPr>
            <p:ph type="pic" sz="quarter" idx="29"/>
          </p:nvPr>
        </p:nvSpPr>
        <p:spPr bwMode="auto">
          <a:xfrm>
            <a:off x="13670774" y="6054340"/>
            <a:ext cx="902000" cy="1011960"/>
          </a:xfrm>
          <a:prstGeom prst="rect">
            <a:avLst/>
          </a:prstGeom>
        </p:spPr>
        <p:txBody>
          <a:bodyPr lIns="91439" rIns="91439"/>
          <a:lstStyle>
            <a:lvl1pPr marL="0" indent="0">
              <a:buFont typeface="Wingdings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6199998">
            <a:off x="7009946" y="-7023472"/>
            <a:ext cx="5786685" cy="1980658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84172 w 6702834"/>
              <a:gd name="connsiteY3" fmla="*/ 11122804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50946 w 6702834"/>
              <a:gd name="connsiteY0" fmla="*/ 0 h 19893580"/>
              <a:gd name="connsiteX1" fmla="*/ 4575455 w 6702834"/>
              <a:gd name="connsiteY1" fmla="*/ 0 h 19893580"/>
              <a:gd name="connsiteX2" fmla="*/ 6702834 w 6702834"/>
              <a:gd name="connsiteY2" fmla="*/ 0 h 19893580"/>
              <a:gd name="connsiteX3" fmla="*/ 6665511 w 6702834"/>
              <a:gd name="connsiteY3" fmla="*/ 19800273 h 19893580"/>
              <a:gd name="connsiteX4" fmla="*/ 0 w 6702834"/>
              <a:gd name="connsiteY4" fmla="*/ 19893580 h 19893580"/>
              <a:gd name="connsiteX5" fmla="*/ 37322 w 6702834"/>
              <a:gd name="connsiteY5" fmla="*/ 1613624 h 19893580"/>
              <a:gd name="connsiteX6" fmla="*/ 1650946 w 6702834"/>
              <a:gd name="connsiteY6" fmla="*/ 0 h 19893580"/>
              <a:gd name="connsiteX0" fmla="*/ 1632285 w 6684173"/>
              <a:gd name="connsiteY0" fmla="*/ 0 h 19837596"/>
              <a:gd name="connsiteX1" fmla="*/ 4556794 w 6684173"/>
              <a:gd name="connsiteY1" fmla="*/ 0 h 19837596"/>
              <a:gd name="connsiteX2" fmla="*/ 6684173 w 6684173"/>
              <a:gd name="connsiteY2" fmla="*/ 0 h 19837596"/>
              <a:gd name="connsiteX3" fmla="*/ 6646850 w 6684173"/>
              <a:gd name="connsiteY3" fmla="*/ 19800273 h 19837596"/>
              <a:gd name="connsiteX4" fmla="*/ 0 w 6684173"/>
              <a:gd name="connsiteY4" fmla="*/ 19837596 h 19837596"/>
              <a:gd name="connsiteX5" fmla="*/ 18661 w 6684173"/>
              <a:gd name="connsiteY5" fmla="*/ 1613624 h 19837596"/>
              <a:gd name="connsiteX6" fmla="*/ 1632285 w 6684173"/>
              <a:gd name="connsiteY6" fmla="*/ 0 h 19837596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74099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6696873"/>
              <a:gd name="connsiteY0" fmla="*/ 0 h 19800273"/>
              <a:gd name="connsiteX1" fmla="*/ 4569494 w 6696873"/>
              <a:gd name="connsiteY1" fmla="*/ 0 h 19800273"/>
              <a:gd name="connsiteX2" fmla="*/ 6696873 w 6696873"/>
              <a:gd name="connsiteY2" fmla="*/ 0 h 19800273"/>
              <a:gd name="connsiteX3" fmla="*/ 6659550 w 6696873"/>
              <a:gd name="connsiteY3" fmla="*/ 19800273 h 19800273"/>
              <a:gd name="connsiteX4" fmla="*/ 0 w 6696873"/>
              <a:gd name="connsiteY4" fmla="*/ 19786800 h 19800273"/>
              <a:gd name="connsiteX5" fmla="*/ 31361 w 6696873"/>
              <a:gd name="connsiteY5" fmla="*/ 1613624 h 19800273"/>
              <a:gd name="connsiteX6" fmla="*/ 1644985 w 6696873"/>
              <a:gd name="connsiteY6" fmla="*/ 0 h 19800273"/>
              <a:gd name="connsiteX0" fmla="*/ 1644985 w 8920162"/>
              <a:gd name="connsiteY0" fmla="*/ 0 h 19800272"/>
              <a:gd name="connsiteX1" fmla="*/ 4569494 w 8920162"/>
              <a:gd name="connsiteY1" fmla="*/ 0 h 19800272"/>
              <a:gd name="connsiteX2" fmla="*/ 6696873 w 8920162"/>
              <a:gd name="connsiteY2" fmla="*/ 0 h 19800272"/>
              <a:gd name="connsiteX3" fmla="*/ 8920150 w 8920162"/>
              <a:gd name="connsiteY3" fmla="*/ 19800272 h 19800272"/>
              <a:gd name="connsiteX4" fmla="*/ 0 w 8920162"/>
              <a:gd name="connsiteY4" fmla="*/ 19786800 h 19800272"/>
              <a:gd name="connsiteX5" fmla="*/ 31361 w 8920162"/>
              <a:gd name="connsiteY5" fmla="*/ 1613624 h 19800272"/>
              <a:gd name="connsiteX6" fmla="*/ 1644985 w 8920162"/>
              <a:gd name="connsiteY6" fmla="*/ 0 h 19800272"/>
              <a:gd name="connsiteX0" fmla="*/ 1644985 w 8932073"/>
              <a:gd name="connsiteY0" fmla="*/ 0 h 19800272"/>
              <a:gd name="connsiteX1" fmla="*/ 4569494 w 8932073"/>
              <a:gd name="connsiteY1" fmla="*/ 0 h 19800272"/>
              <a:gd name="connsiteX2" fmla="*/ 8932073 w 8932073"/>
              <a:gd name="connsiteY2" fmla="*/ 0 h 19800272"/>
              <a:gd name="connsiteX3" fmla="*/ 8920150 w 8932073"/>
              <a:gd name="connsiteY3" fmla="*/ 19800272 h 19800272"/>
              <a:gd name="connsiteX4" fmla="*/ 0 w 8932073"/>
              <a:gd name="connsiteY4" fmla="*/ 19786800 h 19800272"/>
              <a:gd name="connsiteX5" fmla="*/ 31361 w 8932073"/>
              <a:gd name="connsiteY5" fmla="*/ 1613624 h 19800272"/>
              <a:gd name="connsiteX6" fmla="*/ 1644985 w 8932073"/>
              <a:gd name="connsiteY6" fmla="*/ 0 h 19800272"/>
              <a:gd name="connsiteX0" fmla="*/ 1644985 w 8920158"/>
              <a:gd name="connsiteY0" fmla="*/ 0 h 19800272"/>
              <a:gd name="connsiteX1" fmla="*/ 4569494 w 8920158"/>
              <a:gd name="connsiteY1" fmla="*/ 0 h 19800272"/>
              <a:gd name="connsiteX2" fmla="*/ 5359534 w 8920158"/>
              <a:gd name="connsiteY2" fmla="*/ 21265 h 19800272"/>
              <a:gd name="connsiteX3" fmla="*/ 8920150 w 8920158"/>
              <a:gd name="connsiteY3" fmla="*/ 19800272 h 19800272"/>
              <a:gd name="connsiteX4" fmla="*/ 0 w 8920158"/>
              <a:gd name="connsiteY4" fmla="*/ 19786800 h 19800272"/>
              <a:gd name="connsiteX5" fmla="*/ 31361 w 8920158"/>
              <a:gd name="connsiteY5" fmla="*/ 1613624 h 19800272"/>
              <a:gd name="connsiteX6" fmla="*/ 1644985 w 8920158"/>
              <a:gd name="connsiteY6" fmla="*/ 0 h 19800272"/>
              <a:gd name="connsiteX0" fmla="*/ 1644985 w 8920157"/>
              <a:gd name="connsiteY0" fmla="*/ 0 h 19800272"/>
              <a:gd name="connsiteX1" fmla="*/ 4569494 w 8920157"/>
              <a:gd name="connsiteY1" fmla="*/ 0 h 19800272"/>
              <a:gd name="connsiteX2" fmla="*/ 4891701 w 8920157"/>
              <a:gd name="connsiteY2" fmla="*/ 0 h 19800272"/>
              <a:gd name="connsiteX3" fmla="*/ 8920150 w 8920157"/>
              <a:gd name="connsiteY3" fmla="*/ 19800272 h 19800272"/>
              <a:gd name="connsiteX4" fmla="*/ 0 w 8920157"/>
              <a:gd name="connsiteY4" fmla="*/ 19786800 h 19800272"/>
              <a:gd name="connsiteX5" fmla="*/ 31361 w 8920157"/>
              <a:gd name="connsiteY5" fmla="*/ 1613624 h 19800272"/>
              <a:gd name="connsiteX6" fmla="*/ 1644985 w 8920157"/>
              <a:gd name="connsiteY6" fmla="*/ 0 h 19800272"/>
              <a:gd name="connsiteX0" fmla="*/ 1644985 w 4891701"/>
              <a:gd name="connsiteY0" fmla="*/ 0 h 19800275"/>
              <a:gd name="connsiteX1" fmla="*/ 4569494 w 4891701"/>
              <a:gd name="connsiteY1" fmla="*/ 0 h 19800275"/>
              <a:gd name="connsiteX2" fmla="*/ 4891701 w 4891701"/>
              <a:gd name="connsiteY2" fmla="*/ 0 h 19800275"/>
              <a:gd name="connsiteX3" fmla="*/ 4645862 w 4891701"/>
              <a:gd name="connsiteY3" fmla="*/ 19800275 h 19800275"/>
              <a:gd name="connsiteX4" fmla="*/ 0 w 4891701"/>
              <a:gd name="connsiteY4" fmla="*/ 19786800 h 19800275"/>
              <a:gd name="connsiteX5" fmla="*/ 31361 w 4891701"/>
              <a:gd name="connsiteY5" fmla="*/ 1613624 h 19800275"/>
              <a:gd name="connsiteX6" fmla="*/ 1644985 w 4891701"/>
              <a:gd name="connsiteY6" fmla="*/ 0 h 19800275"/>
              <a:gd name="connsiteX0" fmla="*/ 1644985 w 4891701"/>
              <a:gd name="connsiteY0" fmla="*/ 0 h 19789643"/>
              <a:gd name="connsiteX1" fmla="*/ 4569494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891701"/>
              <a:gd name="connsiteY0" fmla="*/ 0 h 19789643"/>
              <a:gd name="connsiteX1" fmla="*/ 3846480 w 4891701"/>
              <a:gd name="connsiteY1" fmla="*/ 0 h 19789643"/>
              <a:gd name="connsiteX2" fmla="*/ 4891701 w 4891701"/>
              <a:gd name="connsiteY2" fmla="*/ 0 h 19789643"/>
              <a:gd name="connsiteX3" fmla="*/ 4667127 w 4891701"/>
              <a:gd name="connsiteY3" fmla="*/ 19789643 h 19789643"/>
              <a:gd name="connsiteX4" fmla="*/ 0 w 4891701"/>
              <a:gd name="connsiteY4" fmla="*/ 19786800 h 19789643"/>
              <a:gd name="connsiteX5" fmla="*/ 31361 w 4891701"/>
              <a:gd name="connsiteY5" fmla="*/ 1613624 h 19789643"/>
              <a:gd name="connsiteX6" fmla="*/ 1644985 w 4891701"/>
              <a:gd name="connsiteY6" fmla="*/ 0 h 19789643"/>
              <a:gd name="connsiteX0" fmla="*/ 1644985 w 4667184"/>
              <a:gd name="connsiteY0" fmla="*/ 0 h 19789643"/>
              <a:gd name="connsiteX1" fmla="*/ 3846480 w 4667184"/>
              <a:gd name="connsiteY1" fmla="*/ 0 h 19789643"/>
              <a:gd name="connsiteX2" fmla="*/ 4179320 w 4667184"/>
              <a:gd name="connsiteY2" fmla="*/ 10633 h 19789643"/>
              <a:gd name="connsiteX3" fmla="*/ 4667127 w 4667184"/>
              <a:gd name="connsiteY3" fmla="*/ 19789643 h 19789643"/>
              <a:gd name="connsiteX4" fmla="*/ 0 w 4667184"/>
              <a:gd name="connsiteY4" fmla="*/ 19786800 h 19789643"/>
              <a:gd name="connsiteX5" fmla="*/ 31361 w 4667184"/>
              <a:gd name="connsiteY5" fmla="*/ 1613624 h 19789643"/>
              <a:gd name="connsiteX6" fmla="*/ 1644985 w 4667184"/>
              <a:gd name="connsiteY6" fmla="*/ 0 h 19789643"/>
              <a:gd name="connsiteX0" fmla="*/ 1644985 w 4669085"/>
              <a:gd name="connsiteY0" fmla="*/ 0 h 19789643"/>
              <a:gd name="connsiteX1" fmla="*/ 3846480 w 4669085"/>
              <a:gd name="connsiteY1" fmla="*/ 0 h 19789643"/>
              <a:gd name="connsiteX2" fmla="*/ 4668418 w 4669085"/>
              <a:gd name="connsiteY2" fmla="*/ 0 h 19789643"/>
              <a:gd name="connsiteX3" fmla="*/ 4667127 w 4669085"/>
              <a:gd name="connsiteY3" fmla="*/ 19789643 h 19789643"/>
              <a:gd name="connsiteX4" fmla="*/ 0 w 4669085"/>
              <a:gd name="connsiteY4" fmla="*/ 19786800 h 19789643"/>
              <a:gd name="connsiteX5" fmla="*/ 31361 w 4669085"/>
              <a:gd name="connsiteY5" fmla="*/ 1613624 h 19789643"/>
              <a:gd name="connsiteX6" fmla="*/ 1644985 w 4669085"/>
              <a:gd name="connsiteY6" fmla="*/ 0 h 19789643"/>
              <a:gd name="connsiteX0" fmla="*/ 1644985 w 5786018"/>
              <a:gd name="connsiteY0" fmla="*/ 0 h 19789643"/>
              <a:gd name="connsiteX1" fmla="*/ 3846480 w 5786018"/>
              <a:gd name="connsiteY1" fmla="*/ 0 h 19789643"/>
              <a:gd name="connsiteX2" fmla="*/ 5786018 w 5786018"/>
              <a:gd name="connsiteY2" fmla="*/ 16933 h 19789643"/>
              <a:gd name="connsiteX3" fmla="*/ 4667127 w 5786018"/>
              <a:gd name="connsiteY3" fmla="*/ 19789643 h 19789643"/>
              <a:gd name="connsiteX4" fmla="*/ 0 w 5786018"/>
              <a:gd name="connsiteY4" fmla="*/ 19786800 h 19789643"/>
              <a:gd name="connsiteX5" fmla="*/ 31361 w 5786018"/>
              <a:gd name="connsiteY5" fmla="*/ 1613624 h 19789643"/>
              <a:gd name="connsiteX6" fmla="*/ 1644985 w 5786018"/>
              <a:gd name="connsiteY6" fmla="*/ 0 h 19789643"/>
              <a:gd name="connsiteX0" fmla="*/ 1644985 w 5786685"/>
              <a:gd name="connsiteY0" fmla="*/ 0 h 19806580"/>
              <a:gd name="connsiteX1" fmla="*/ 3846480 w 5786685"/>
              <a:gd name="connsiteY1" fmla="*/ 0 h 19806580"/>
              <a:gd name="connsiteX2" fmla="*/ 5786018 w 5786685"/>
              <a:gd name="connsiteY2" fmla="*/ 16933 h 19806580"/>
              <a:gd name="connsiteX3" fmla="*/ 5784727 w 5786685"/>
              <a:gd name="connsiteY3" fmla="*/ 19806580 h 19806580"/>
              <a:gd name="connsiteX4" fmla="*/ 0 w 5786685"/>
              <a:gd name="connsiteY4" fmla="*/ 19786800 h 19806580"/>
              <a:gd name="connsiteX5" fmla="*/ 31361 w 5786685"/>
              <a:gd name="connsiteY5" fmla="*/ 1613624 h 19806580"/>
              <a:gd name="connsiteX6" fmla="*/ 1644985 w 5786685"/>
              <a:gd name="connsiteY6" fmla="*/ 0 h 198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86685" h="19806580" extrusionOk="0">
                <a:moveTo>
                  <a:pt x="1644985" y="0"/>
                </a:moveTo>
                <a:lnTo>
                  <a:pt x="3846480" y="0"/>
                </a:lnTo>
                <a:lnTo>
                  <a:pt x="5786018" y="16933"/>
                </a:lnTo>
                <a:cubicBezTo>
                  <a:pt x="5779797" y="3724534"/>
                  <a:pt x="5790948" y="16098979"/>
                  <a:pt x="5784727" y="19806580"/>
                </a:cubicBezTo>
                <a:lnTo>
                  <a:pt x="0" y="19786800"/>
                </a:lnTo>
                <a:cubicBezTo>
                  <a:pt x="12441" y="13693481"/>
                  <a:pt x="18920" y="7706943"/>
                  <a:pt x="31361" y="1613624"/>
                </a:cubicBezTo>
                <a:cubicBezTo>
                  <a:pt x="31361" y="722444"/>
                  <a:pt x="753805" y="0"/>
                  <a:pt x="1644985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" name="Текст 12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65449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4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409" name="Уровень текста 1…"/>
          <p:cNvSpPr txBox="1">
            <a:spLocks noGrp="1"/>
          </p:cNvSpPr>
          <p:nvPr>
            <p:ph type="body" sz="half" idx="1" hasCustomPrompt="1"/>
          </p:nvPr>
        </p:nvSpPr>
        <p:spPr bwMode="auto">
          <a:xfrm>
            <a:off x="8125158" y="3658024"/>
            <a:ext cx="9909503" cy="4724149"/>
          </a:xfrm>
          <a:prstGeom prst="rect">
            <a:avLst/>
          </a:prstGeom>
        </p:spPr>
        <p:txBody>
          <a:bodyPr>
            <a:noAutofit/>
          </a:bodyPr>
          <a:lstStyle>
            <a:lvl1pPr marL="0" marR="185196" indent="12513" defTabSz="449939">
              <a:lnSpc>
                <a:spcPct val="119300"/>
              </a:lnSpc>
              <a:spcBef>
                <a:spcPts val="2066"/>
              </a:spcBef>
              <a:buSzTx/>
              <a:buFontTx/>
              <a:buNone/>
              <a:defRPr sz="2750" spc="11">
                <a:solidFill>
                  <a:srgbClr val="282828"/>
                </a:solidFill>
              </a:defRPr>
            </a:lvl1pPr>
            <a:lvl2pPr marL="74280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2pPr>
            <a:lvl3pPr marL="1485613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3pPr>
            <a:lvl4pPr marL="2228416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4pPr>
            <a:lvl5pPr marL="2971220" marR="185196" indent="0" defTabSz="449939">
              <a:lnSpc>
                <a:spcPct val="119300"/>
              </a:lnSpc>
              <a:spcBef>
                <a:spcPts val="2066"/>
              </a:spcBef>
              <a:buFontTx/>
              <a:buNone/>
              <a:defRPr sz="2750" spc="11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Разнообразный и богатый опыт рамки и место обучения кадров позволяет  выполнять важные задания по разработке позиций, занимаемых участниками  в отношении поставленных задач. Таким образом дальнейшее развитие  различных форм деятельности требуют от нас анализа системы обучения  кадров, соответствует насущным потребностям. С другой стороны  консультация с широким активом позволяет оценить значение систем  массового участия. С другой стороны рамки и место обучения кадров требуют  от нас анализа систем массового участия. Таким образом постоянное  информационно-пропагандистское обеспечение нашей деятельности играет  важную роль в формировании позиций, занимаемых участниками в отношении поставленных задач</a:t>
            </a:r>
          </a:p>
        </p:txBody>
      </p:sp>
      <p:sp>
        <p:nvSpPr>
          <p:cNvPr id="411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124714" y="2068262"/>
            <a:ext cx="9910589" cy="12541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С другой стороны рамки и место обучения кадров  требуют от нас анализа систем массового участия.</a:t>
            </a:r>
          </a:p>
        </p:txBody>
      </p:sp>
      <p:sp>
        <p:nvSpPr>
          <p:cNvPr id="412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0448" y="720221"/>
            <a:ext cx="5649334" cy="1985267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9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 userDrawn="1"/>
        </p:nvSpPr>
        <p:spPr bwMode="auto">
          <a:xfrm flipV="1">
            <a:off x="0" y="3859825"/>
            <a:ext cx="19786802" cy="7300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8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515038" y="10272700"/>
            <a:ext cx="778844" cy="424964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950"/>
            </a:lvl1pPr>
          </a:lstStyle>
          <a:p>
            <a:pPr>
              <a:defRPr/>
            </a:pPr>
            <a:fld id="{86CB4B4D-7CA3-9044-876B-883B54F8677D}" type="slidenum">
              <a:rPr lang="ru-RU"/>
              <a:t>‹#›</a:t>
            </a:fld>
            <a:endParaRPr lang="ru-RU"/>
          </a:p>
        </p:txBody>
      </p:sp>
      <p:sp>
        <p:nvSpPr>
          <p:cNvPr id="4" name="object 2"/>
          <p:cNvSpPr/>
          <p:nvPr userDrawn="1"/>
        </p:nvSpPr>
        <p:spPr bwMode="auto">
          <a:xfrm flipV="1">
            <a:off x="0" y="5117352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/>
          <p:nvPr userDrawn="1"/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defPPr marL="0" marR="0" indent="0" algn="l" defTabSz="9000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</a:defRPr>
            </a:defPPr>
            <a:lvl1pPr marL="0" marR="0" indent="0" algn="r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None/>
              <a:defRPr sz="16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450029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90006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135008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1800120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225014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270017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3150206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3600237" algn="l" defTabSz="4500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75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 bwMode="auto">
          <a:xfrm flipV="1">
            <a:off x="0" y="0"/>
            <a:ext cx="19786802" cy="6042772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 flipH="1">
            <a:off x="7001806" y="-2277"/>
            <a:ext cx="5795688" cy="7145900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46883"/>
              <a:gd name="connsiteY0" fmla="*/ 21265 h 11181391"/>
              <a:gd name="connsiteX1" fmla="*/ 4538133 w 6646883"/>
              <a:gd name="connsiteY1" fmla="*/ 21265 h 11181391"/>
              <a:gd name="connsiteX2" fmla="*/ 5793642 w 6646883"/>
              <a:gd name="connsiteY2" fmla="*/ 0 h 11181391"/>
              <a:gd name="connsiteX3" fmla="*/ 6646850 w 6646883"/>
              <a:gd name="connsiteY3" fmla="*/ 11144069 h 11181391"/>
              <a:gd name="connsiteX4" fmla="*/ 0 w 6646883"/>
              <a:gd name="connsiteY4" fmla="*/ 11181391 h 11181391"/>
              <a:gd name="connsiteX5" fmla="*/ 0 w 6646883"/>
              <a:gd name="connsiteY5" fmla="*/ 1634889 h 11181391"/>
              <a:gd name="connsiteX6" fmla="*/ 1613624 w 6646883"/>
              <a:gd name="connsiteY6" fmla="*/ 21265 h 11181391"/>
              <a:gd name="connsiteX0" fmla="*/ 1613624 w 5793642"/>
              <a:gd name="connsiteY0" fmla="*/ 21265 h 11181391"/>
              <a:gd name="connsiteX1" fmla="*/ 4538133 w 5793642"/>
              <a:gd name="connsiteY1" fmla="*/ 21265 h 11181391"/>
              <a:gd name="connsiteX2" fmla="*/ 5793642 w 5793642"/>
              <a:gd name="connsiteY2" fmla="*/ 0 h 11181391"/>
              <a:gd name="connsiteX3" fmla="*/ 5753716 w 5793642"/>
              <a:gd name="connsiteY3" fmla="*/ 11144069 h 11181391"/>
              <a:gd name="connsiteX4" fmla="*/ 0 w 5793642"/>
              <a:gd name="connsiteY4" fmla="*/ 11181391 h 11181391"/>
              <a:gd name="connsiteX5" fmla="*/ 0 w 5793642"/>
              <a:gd name="connsiteY5" fmla="*/ 1634889 h 11181391"/>
              <a:gd name="connsiteX6" fmla="*/ 1613624 w 5793642"/>
              <a:gd name="connsiteY6" fmla="*/ 21265 h 11181391"/>
              <a:gd name="connsiteX0" fmla="*/ 1613624 w 5793642"/>
              <a:gd name="connsiteY0" fmla="*/ 21265 h 11144069"/>
              <a:gd name="connsiteX1" fmla="*/ 4538133 w 5793642"/>
              <a:gd name="connsiteY1" fmla="*/ 21265 h 11144069"/>
              <a:gd name="connsiteX2" fmla="*/ 5793642 w 5793642"/>
              <a:gd name="connsiteY2" fmla="*/ 0 h 11144069"/>
              <a:gd name="connsiteX3" fmla="*/ 5753716 w 5793642"/>
              <a:gd name="connsiteY3" fmla="*/ 11144069 h 11144069"/>
              <a:gd name="connsiteX4" fmla="*/ 21265 w 5793642"/>
              <a:gd name="connsiteY4" fmla="*/ 8204275 h 11144069"/>
              <a:gd name="connsiteX5" fmla="*/ 0 w 5793642"/>
              <a:gd name="connsiteY5" fmla="*/ 1634889 h 11144069"/>
              <a:gd name="connsiteX6" fmla="*/ 1613624 w 5793642"/>
              <a:gd name="connsiteY6" fmla="*/ 21265 h 11144069"/>
              <a:gd name="connsiteX0" fmla="*/ 1615670 w 5795688"/>
              <a:gd name="connsiteY0" fmla="*/ 21265 h 11144069"/>
              <a:gd name="connsiteX1" fmla="*/ 4540179 w 5795688"/>
              <a:gd name="connsiteY1" fmla="*/ 21265 h 11144069"/>
              <a:gd name="connsiteX2" fmla="*/ 5795688 w 5795688"/>
              <a:gd name="connsiteY2" fmla="*/ 0 h 11144069"/>
              <a:gd name="connsiteX3" fmla="*/ 5755762 w 5795688"/>
              <a:gd name="connsiteY3" fmla="*/ 11144069 h 11144069"/>
              <a:gd name="connsiteX4" fmla="*/ 2046 w 5795688"/>
              <a:gd name="connsiteY4" fmla="*/ 7055959 h 11144069"/>
              <a:gd name="connsiteX5" fmla="*/ 2046 w 5795688"/>
              <a:gd name="connsiteY5" fmla="*/ 1634889 h 11144069"/>
              <a:gd name="connsiteX6" fmla="*/ 1615670 w 5795688"/>
              <a:gd name="connsiteY6" fmla="*/ 21265 h 11144069"/>
              <a:gd name="connsiteX0" fmla="*/ 1615670 w 5795688"/>
              <a:gd name="connsiteY0" fmla="*/ 21265 h 7103697"/>
              <a:gd name="connsiteX1" fmla="*/ 4540179 w 5795688"/>
              <a:gd name="connsiteY1" fmla="*/ 21265 h 7103697"/>
              <a:gd name="connsiteX2" fmla="*/ 5795688 w 5795688"/>
              <a:gd name="connsiteY2" fmla="*/ 0 h 7103697"/>
              <a:gd name="connsiteX3" fmla="*/ 5755762 w 5795688"/>
              <a:gd name="connsiteY3" fmla="*/ 7103697 h 7103697"/>
              <a:gd name="connsiteX4" fmla="*/ 2046 w 5795688"/>
              <a:gd name="connsiteY4" fmla="*/ 7055959 h 7103697"/>
              <a:gd name="connsiteX5" fmla="*/ 2046 w 5795688"/>
              <a:gd name="connsiteY5" fmla="*/ 1634889 h 7103697"/>
              <a:gd name="connsiteX6" fmla="*/ 1615670 w 5795688"/>
              <a:gd name="connsiteY6" fmla="*/ 21265 h 7103697"/>
              <a:gd name="connsiteX0" fmla="*/ 1615670 w 5795688"/>
              <a:gd name="connsiteY0" fmla="*/ 21265 h 7141172"/>
              <a:gd name="connsiteX1" fmla="*/ 4540179 w 5795688"/>
              <a:gd name="connsiteY1" fmla="*/ 21265 h 7141172"/>
              <a:gd name="connsiteX2" fmla="*/ 5795688 w 5795688"/>
              <a:gd name="connsiteY2" fmla="*/ 0 h 7141172"/>
              <a:gd name="connsiteX3" fmla="*/ 5748267 w 5795688"/>
              <a:gd name="connsiteY3" fmla="*/ 7141172 h 7141172"/>
              <a:gd name="connsiteX4" fmla="*/ 2046 w 5795688"/>
              <a:gd name="connsiteY4" fmla="*/ 7055959 h 7141172"/>
              <a:gd name="connsiteX5" fmla="*/ 2046 w 5795688"/>
              <a:gd name="connsiteY5" fmla="*/ 1634889 h 7141172"/>
              <a:gd name="connsiteX6" fmla="*/ 1615670 w 5795688"/>
              <a:gd name="connsiteY6" fmla="*/ 21265 h 7141172"/>
              <a:gd name="connsiteX0" fmla="*/ 1615670 w 5795688"/>
              <a:gd name="connsiteY0" fmla="*/ 21265 h 7145900"/>
              <a:gd name="connsiteX1" fmla="*/ 4540179 w 5795688"/>
              <a:gd name="connsiteY1" fmla="*/ 21265 h 7145900"/>
              <a:gd name="connsiteX2" fmla="*/ 5795688 w 5795688"/>
              <a:gd name="connsiteY2" fmla="*/ 0 h 7145900"/>
              <a:gd name="connsiteX3" fmla="*/ 5748267 w 5795688"/>
              <a:gd name="connsiteY3" fmla="*/ 7141172 h 7145900"/>
              <a:gd name="connsiteX4" fmla="*/ 2046 w 5795688"/>
              <a:gd name="connsiteY4" fmla="*/ 7145900 h 7145900"/>
              <a:gd name="connsiteX5" fmla="*/ 2046 w 5795688"/>
              <a:gd name="connsiteY5" fmla="*/ 1634889 h 7145900"/>
              <a:gd name="connsiteX6" fmla="*/ 1615670 w 5795688"/>
              <a:gd name="connsiteY6" fmla="*/ 21265 h 714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95688" h="7145900" extrusionOk="0">
                <a:moveTo>
                  <a:pt x="1615670" y="21265"/>
                </a:moveTo>
                <a:lnTo>
                  <a:pt x="4540179" y="21265"/>
                </a:lnTo>
                <a:cubicBezTo>
                  <a:pt x="5249305" y="21265"/>
                  <a:pt x="5086562" y="0"/>
                  <a:pt x="5795688" y="0"/>
                </a:cubicBezTo>
                <a:cubicBezTo>
                  <a:pt x="5789467" y="3707601"/>
                  <a:pt x="5754488" y="3433571"/>
                  <a:pt x="5748267" y="7141172"/>
                </a:cubicBezTo>
                <a:lnTo>
                  <a:pt x="2046" y="7145900"/>
                </a:lnTo>
                <a:cubicBezTo>
                  <a:pt x="-5042" y="4956105"/>
                  <a:pt x="9134" y="3824684"/>
                  <a:pt x="2046" y="1634889"/>
                </a:cubicBezTo>
                <a:cubicBezTo>
                  <a:pt x="2046" y="743709"/>
                  <a:pt x="724490" y="21265"/>
                  <a:pt x="1615670" y="2126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33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436213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5300"/>
            </a:lvl1pPr>
            <a:lvl2pPr marL="1257056" indent="-514249">
              <a:buFontTx/>
              <a:defRPr sz="5300"/>
            </a:lvl2pPr>
            <a:lvl3pPr marL="2093359" indent="-607751">
              <a:buFontTx/>
              <a:defRPr sz="5300"/>
            </a:lvl3pPr>
            <a:lvl4pPr marL="2919991" indent="-691577">
              <a:buFontTx/>
              <a:defRPr sz="5300"/>
            </a:lvl4pPr>
            <a:lvl5pPr marL="3662797" indent="-691577">
              <a:buFontTx/>
              <a:defRPr sz="5300"/>
            </a:lvl5pPr>
          </a:lstStyle>
          <a:p>
            <a:pPr>
              <a:defRPr/>
            </a:pPr>
            <a:r>
              <a:t>01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76" name="Текст 28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882048" y="6832788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02</a:t>
            </a:r>
          </a:p>
        </p:txBody>
      </p:sp>
      <p:sp>
        <p:nvSpPr>
          <p:cNvPr id="477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0392339" y="450202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03</a:t>
            </a:r>
          </a:p>
        </p:txBody>
      </p:sp>
      <p:sp>
        <p:nvSpPr>
          <p:cNvPr id="478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916983" y="6878906"/>
            <a:ext cx="893328" cy="7930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defTabSz="1247911">
              <a:spcBef>
                <a:spcPts val="1280"/>
              </a:spcBef>
              <a:buSzTx/>
              <a:buFontTx/>
              <a:buNone/>
              <a:defRPr sz="4450"/>
            </a:lvl1pPr>
          </a:lstStyle>
          <a:p>
            <a:pPr>
              <a:defRPr/>
            </a:pPr>
            <a:r>
              <a:t>04</a:t>
            </a:r>
          </a:p>
        </p:txBody>
      </p:sp>
      <p:sp>
        <p:nvSpPr>
          <p:cNvPr id="479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745637" y="3454938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0" name="Текст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45637" y="417351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1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305434" y="6758364"/>
            <a:ext cx="4038572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специалиста</a:t>
            </a:r>
          </a:p>
        </p:txBody>
      </p:sp>
      <p:sp>
        <p:nvSpPr>
          <p:cNvPr id="482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305434" y="7476940"/>
            <a:ext cx="4038572" cy="1555757"/>
          </a:xfrm>
          <a:prstGeom prst="rect">
            <a:avLst/>
          </a:prstGeom>
        </p:spPr>
        <p:txBody>
          <a:bodyPr>
            <a:noAutofit/>
          </a:bodyPr>
          <a:lstStyle>
            <a:lvl1pPr marL="0" marR="386035" indent="12513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выполнять важные задания по разработке</a:t>
            </a:r>
          </a:p>
        </p:txBody>
      </p:sp>
      <p:sp>
        <p:nvSpPr>
          <p:cNvPr id="483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2532084" y="3184194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</a:t>
            </a:r>
          </a:p>
        </p:txBody>
      </p:sp>
      <p:sp>
        <p:nvSpPr>
          <p:cNvPr id="484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2532084" y="390277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485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806787" y="6764565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486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4806787" y="7843431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" name="object 3"/>
          <p:cNvSpPr/>
          <p:nvPr/>
        </p:nvSpPr>
        <p:spPr bwMode="auto">
          <a:xfrm flipV="1">
            <a:off x="11329639" y="2135795"/>
            <a:ext cx="8480603" cy="903629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7" name="object 6"/>
          <p:cNvSpPr/>
          <p:nvPr/>
        </p:nvSpPr>
        <p:spPr bwMode="auto">
          <a:xfrm>
            <a:off x="12690940" y="9410295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8" name="object 8"/>
          <p:cNvSpPr/>
          <p:nvPr/>
        </p:nvSpPr>
        <p:spPr bwMode="auto">
          <a:xfrm>
            <a:off x="15080547" y="679242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499" name="object 10"/>
          <p:cNvSpPr/>
          <p:nvPr/>
        </p:nvSpPr>
        <p:spPr bwMode="auto">
          <a:xfrm>
            <a:off x="17544446" y="4174543"/>
            <a:ext cx="371442" cy="3722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1600"/>
                </a:moveTo>
                <a:lnTo>
                  <a:pt x="13671" y="21214"/>
                </a:lnTo>
                <a:lnTo>
                  <a:pt x="16251" y="20125"/>
                </a:lnTo>
                <a:lnTo>
                  <a:pt x="18437" y="18437"/>
                </a:lnTo>
                <a:lnTo>
                  <a:pt x="20125" y="16251"/>
                </a:lnTo>
                <a:lnTo>
                  <a:pt x="21214" y="13671"/>
                </a:lnTo>
                <a:lnTo>
                  <a:pt x="21600" y="10800"/>
                </a:lnTo>
                <a:lnTo>
                  <a:pt x="21214" y="7929"/>
                </a:lnTo>
                <a:lnTo>
                  <a:pt x="20125" y="5349"/>
                </a:lnTo>
                <a:lnTo>
                  <a:pt x="18437" y="3163"/>
                </a:lnTo>
                <a:lnTo>
                  <a:pt x="16251" y="1475"/>
                </a:lnTo>
                <a:lnTo>
                  <a:pt x="13671" y="386"/>
                </a:lnTo>
                <a:lnTo>
                  <a:pt x="10800" y="0"/>
                </a:lnTo>
                <a:lnTo>
                  <a:pt x="7929" y="386"/>
                </a:lnTo>
                <a:lnTo>
                  <a:pt x="5349" y="1475"/>
                </a:lnTo>
                <a:lnTo>
                  <a:pt x="3163" y="3163"/>
                </a:lnTo>
                <a:lnTo>
                  <a:pt x="1475" y="5349"/>
                </a:lnTo>
                <a:lnTo>
                  <a:pt x="386" y="7929"/>
                </a:lnTo>
                <a:lnTo>
                  <a:pt x="0" y="10800"/>
                </a:lnTo>
                <a:lnTo>
                  <a:pt x="386" y="13671"/>
                </a:lnTo>
                <a:lnTo>
                  <a:pt x="1475" y="16251"/>
                </a:lnTo>
                <a:lnTo>
                  <a:pt x="3163" y="18437"/>
                </a:lnTo>
                <a:lnTo>
                  <a:pt x="5349" y="20125"/>
                </a:lnTo>
                <a:lnTo>
                  <a:pt x="7929" y="21214"/>
                </a:lnTo>
                <a:lnTo>
                  <a:pt x="10800" y="21600"/>
                </a:lnTo>
                <a:close/>
              </a:path>
            </a:pathLst>
          </a:custGeom>
          <a:solidFill>
            <a:schemeClr val="bg1">
              <a:lumMod val="25000"/>
              <a:lumOff val="75000"/>
            </a:schemeClr>
          </a:solidFill>
          <a:ln w="25130">
            <a:noFill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18662" y="-18661"/>
            <a:ext cx="6665512" cy="11160125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4538133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740157"/>
              <a:gd name="connsiteY0" fmla="*/ 0 h 11160126"/>
              <a:gd name="connsiteX1" fmla="*/ 4538133 w 6740157"/>
              <a:gd name="connsiteY1" fmla="*/ 0 h 11160126"/>
              <a:gd name="connsiteX2" fmla="*/ 6665512 w 6740157"/>
              <a:gd name="connsiteY2" fmla="*/ 0 h 11160126"/>
              <a:gd name="connsiteX3" fmla="*/ 6740157 w 6740157"/>
              <a:gd name="connsiteY3" fmla="*/ 11141465 h 11160126"/>
              <a:gd name="connsiteX4" fmla="*/ 0 w 6740157"/>
              <a:gd name="connsiteY4" fmla="*/ 11160126 h 11160126"/>
              <a:gd name="connsiteX5" fmla="*/ 0 w 6740157"/>
              <a:gd name="connsiteY5" fmla="*/ 1613624 h 11160126"/>
              <a:gd name="connsiteX6" fmla="*/ 1613624 w 6740157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5919063 w 6665512"/>
              <a:gd name="connsiteY3" fmla="*/ 11104143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  <a:gd name="connsiteX0" fmla="*/ 1613624 w 6665512"/>
              <a:gd name="connsiteY0" fmla="*/ 0 h 11160126"/>
              <a:gd name="connsiteX1" fmla="*/ 4538133 w 6665512"/>
              <a:gd name="connsiteY1" fmla="*/ 0 h 11160126"/>
              <a:gd name="connsiteX2" fmla="*/ 6665512 w 6665512"/>
              <a:gd name="connsiteY2" fmla="*/ 0 h 11160126"/>
              <a:gd name="connsiteX3" fmla="*/ 6646850 w 6665512"/>
              <a:gd name="connsiteY3" fmla="*/ 11122804 h 11160126"/>
              <a:gd name="connsiteX4" fmla="*/ 0 w 6665512"/>
              <a:gd name="connsiteY4" fmla="*/ 11160126 h 11160126"/>
              <a:gd name="connsiteX5" fmla="*/ 0 w 6665512"/>
              <a:gd name="connsiteY5" fmla="*/ 1613624 h 11160126"/>
              <a:gd name="connsiteX6" fmla="*/ 1613624 w 6665512"/>
              <a:gd name="connsiteY6" fmla="*/ 0 h 1116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5512" h="11160126" extrusionOk="0">
                <a:moveTo>
                  <a:pt x="1613624" y="0"/>
                </a:moveTo>
                <a:lnTo>
                  <a:pt x="4538133" y="0"/>
                </a:lnTo>
                <a:lnTo>
                  <a:pt x="6665512" y="0"/>
                </a:lnTo>
                <a:cubicBezTo>
                  <a:pt x="6659291" y="3707601"/>
                  <a:pt x="6653071" y="7415203"/>
                  <a:pt x="6646850" y="11122804"/>
                </a:cubicBezTo>
                <a:lnTo>
                  <a:pt x="0" y="11160126"/>
                </a:lnTo>
                <a:lnTo>
                  <a:pt x="0" y="1613624"/>
                </a:lnTo>
                <a:cubicBezTo>
                  <a:pt x="0" y="72244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5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56021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908077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6"/>
          </p:nvPr>
        </p:nvSpPr>
        <p:spPr bwMode="auto">
          <a:xfrm>
            <a:off x="5144960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9107562" y="1900798"/>
            <a:ext cx="3705412" cy="7586101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17"/>
          </p:nvPr>
        </p:nvSpPr>
        <p:spPr bwMode="auto">
          <a:xfrm>
            <a:off x="9344445" y="2130873"/>
            <a:ext cx="3231647" cy="7125951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19138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939765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442704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22"/>
          </p:nvPr>
        </p:nvSpPr>
        <p:spPr bwMode="auto">
          <a:xfrm>
            <a:off x="4647668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8148870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0" name="Рисунок 8"/>
          <p:cNvSpPr>
            <a:spLocks noGrp="1"/>
          </p:cNvSpPr>
          <p:nvPr>
            <p:ph type="pic" sz="quarter" idx="23"/>
          </p:nvPr>
        </p:nvSpPr>
        <p:spPr bwMode="auto">
          <a:xfrm>
            <a:off x="8369496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1" name="Freeform 16"/>
          <p:cNvSpPr/>
          <p:nvPr userDrawn="1"/>
        </p:nvSpPr>
        <p:spPr bwMode="auto">
          <a:xfrm>
            <a:off x="1185963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2" name="Рисунок 8"/>
          <p:cNvSpPr>
            <a:spLocks noGrp="1"/>
          </p:cNvSpPr>
          <p:nvPr>
            <p:ph type="pic" sz="quarter" idx="24"/>
          </p:nvPr>
        </p:nvSpPr>
        <p:spPr bwMode="auto">
          <a:xfrm>
            <a:off x="1208025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13" name="Freeform 16"/>
          <p:cNvSpPr/>
          <p:nvPr userDrawn="1"/>
        </p:nvSpPr>
        <p:spPr bwMode="auto">
          <a:xfrm>
            <a:off x="15588282" y="21367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14" name="Рисунок 8"/>
          <p:cNvSpPr>
            <a:spLocks noGrp="1"/>
          </p:cNvSpPr>
          <p:nvPr>
            <p:ph type="pic" sz="quarter" idx="25"/>
          </p:nvPr>
        </p:nvSpPr>
        <p:spPr bwMode="auto">
          <a:xfrm>
            <a:off x="15808909" y="23510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" name="object 3"/>
          <p:cNvSpPr/>
          <p:nvPr/>
        </p:nvSpPr>
        <p:spPr bwMode="auto">
          <a:xfrm>
            <a:off x="0" y="-6613"/>
            <a:ext cx="19935819" cy="11166738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5161697" y="4167873"/>
            <a:ext cx="11037111" cy="1809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</a:lvl1pPr>
            <a:lvl2pPr>
              <a:buFontTx/>
            </a:lvl2pPr>
            <a:lvl3pPr>
              <a:buFontTx/>
            </a:lvl3pPr>
            <a:lvl4pPr>
              <a:buFontTx/>
            </a:lvl4pPr>
            <a:lvl5pPr>
              <a:buFontTx/>
            </a:lvl5pPr>
          </a:lstStyle>
          <a:p>
            <a:pPr>
              <a:defRPr/>
            </a:pPr>
            <a:r>
              <a:t>Текст на отбивочном слайде вашей 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08365" y="355058"/>
            <a:ext cx="3913200" cy="15326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6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preserve="1" userDrawn="1">
  <p:cSld name="32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" name="object 2"/>
          <p:cNvSpPr/>
          <p:nvPr/>
        </p:nvSpPr>
        <p:spPr bwMode="auto">
          <a:xfrm>
            <a:off x="7555985" y="1"/>
            <a:ext cx="12253488" cy="11165978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64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680446" y="1374664"/>
            <a:ext cx="6449773" cy="16753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4900"/>
            </a:lvl1pPr>
            <a:lvl2pPr marL="1218961" indent="-476155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2pPr>
            <a:lvl3pPr marL="2048341" indent="-562731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3pPr>
            <a:lvl4pPr marL="2868764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4pPr>
            <a:lvl5pPr marL="3611568" indent="-640348" defTabSz="449939">
              <a:lnSpc>
                <a:spcPct val="100000"/>
              </a:lnSpc>
              <a:spcBef>
                <a:spcPts val="97"/>
              </a:spcBef>
              <a:buFontTx/>
              <a:defRPr sz="4900"/>
            </a:lvl5pPr>
          </a:lstStyle>
          <a:p>
            <a:pPr>
              <a:defRPr/>
            </a:pPr>
            <a:r>
              <a:t>Заголовок слайда вашей презентации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1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95135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  <a:lvl2pPr marL="1076113" indent="-333310">
              <a:buFontTx/>
              <a:defRPr sz="3450"/>
            </a:lvl2pPr>
            <a:lvl3pPr marL="1879520" indent="-393913">
              <a:buFontTx/>
              <a:defRPr sz="3450"/>
            </a:lvl3pPr>
            <a:lvl4pPr marL="2676657" indent="-448243">
              <a:buFontTx/>
              <a:defRPr sz="3450"/>
            </a:lvl4pPr>
            <a:lvl5pPr marL="3419465" indent="-448245">
              <a:buFontTx/>
              <a:defRPr sz="3450"/>
            </a:lvl5pPr>
          </a:lstStyle>
          <a:p>
            <a:pPr>
              <a:defRPr/>
            </a:pPr>
            <a:r>
              <a:t>Развитие форм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671" name="Текст 2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95135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2" name="Текст 28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867617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2</a:t>
            </a:r>
          </a:p>
        </p:txBody>
      </p:sp>
      <p:sp>
        <p:nvSpPr>
          <p:cNvPr id="673" name="Текст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0589495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3</a:t>
            </a:r>
          </a:p>
        </p:txBody>
      </p:sp>
      <p:sp>
        <p:nvSpPr>
          <p:cNvPr id="674" name="Текст 28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5161374" y="3846954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4</a:t>
            </a:r>
          </a:p>
        </p:txBody>
      </p:sp>
      <p:sp>
        <p:nvSpPr>
          <p:cNvPr id="675" name="Текст 28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95128" y="3861809"/>
            <a:ext cx="1156271" cy="978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1426185">
              <a:spcBef>
                <a:spcPts val="1476"/>
              </a:spcBef>
              <a:buSzTx/>
              <a:buFontTx/>
              <a:buNone/>
              <a:defRPr sz="5650"/>
            </a:lvl1pPr>
          </a:lstStyle>
          <a:p>
            <a:pPr>
              <a:defRPr/>
            </a:pPr>
            <a:r>
              <a:t>1</a:t>
            </a:r>
          </a:p>
        </p:txBody>
      </p:sp>
      <p:sp>
        <p:nvSpPr>
          <p:cNvPr id="676" name="Текст 2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867619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Форм</a:t>
            </a:r>
          </a:p>
        </p:txBody>
      </p:sp>
      <p:sp>
        <p:nvSpPr>
          <p:cNvPr id="677" name="Текст 2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867619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78" name="Текст 2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627246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79" name="Текст 2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0627246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0" name="Текст 2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5161382" y="5849352"/>
            <a:ext cx="2890621" cy="11272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3450"/>
            </a:lvl1pPr>
          </a:lstStyle>
          <a:p>
            <a:pPr>
              <a:defRPr/>
            </a:pPr>
            <a:r>
              <a:t>Развитие форм</a:t>
            </a:r>
          </a:p>
        </p:txBody>
      </p:sp>
      <p:sp>
        <p:nvSpPr>
          <p:cNvPr id="681" name="Текст 2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161382" y="7169598"/>
            <a:ext cx="2890621" cy="21132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953"/>
              </a:lnSpc>
              <a:buSzTx/>
              <a:buFontTx/>
              <a:buNone/>
              <a:defRPr sz="2250" spc="-97">
                <a:solidFill>
                  <a:srgbClr val="5C5D5E"/>
                </a:solidFill>
              </a:defRPr>
            </a:lvl1pPr>
          </a:lstStyle>
          <a:p>
            <a:pPr>
              <a:defRPr/>
            </a:pPr>
            <a:r>
              <a:t>Значимость этих  проблем настолько  очевидна, что начало  повседневной работы</a:t>
            </a:r>
          </a:p>
        </p:txBody>
      </p:sp>
      <p:sp>
        <p:nvSpPr>
          <p:cNvPr id="683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2814905" y="2748703"/>
            <a:ext cx="3587374" cy="516672"/>
          </a:xfrm>
          <a:prstGeom prst="rect">
            <a:avLst/>
          </a:prstGeom>
        </p:spPr>
        <p:txBody>
          <a:bodyPr>
            <a:noAutofit/>
          </a:bodyPr>
          <a:lstStyle>
            <a:lvl1pPr marL="0" indent="12513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2650" spc="-50">
                <a:solidFill>
                  <a:srgbClr val="282828"/>
                </a:solidFill>
              </a:defRPr>
            </a:lvl1pPr>
            <a:lvl2pPr marL="999931" indent="-25712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2pPr>
            <a:lvl3pPr marL="1789484" indent="-303875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3pPr>
            <a:lvl4pPr marL="2574202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4pPr>
            <a:lvl5pPr marL="3317009" indent="-345789" defTabSz="449939">
              <a:lnSpc>
                <a:spcPct val="100000"/>
              </a:lnSpc>
              <a:spcBef>
                <a:spcPts val="97"/>
              </a:spcBef>
              <a:buFontTx/>
              <a:defRPr sz="2650" spc="-50">
                <a:solidFill>
                  <a:srgbClr val="282828"/>
                </a:solidFill>
              </a:defRPr>
            </a:lvl5pPr>
          </a:lstStyle>
          <a:p>
            <a:pPr>
              <a:defRPr/>
            </a:pPr>
            <a:r>
              <a:t>Консультация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29" name="Текст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12814905" y="3467280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0" name="Текст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2814905" y="7790442"/>
            <a:ext cx="3587374" cy="907347"/>
          </a:xfrm>
          <a:prstGeom prst="rect">
            <a:avLst/>
          </a:prstGeom>
        </p:spPr>
        <p:txBody>
          <a:bodyPr>
            <a:noAutofit/>
          </a:bodyPr>
          <a:lstStyle>
            <a:lvl1pPr marL="0" indent="12388" defTabSz="445439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650" spc="-97">
                <a:solidFill>
                  <a:srgbClr val="282828"/>
                </a:solidFill>
              </a:defRPr>
            </a:lvl1pPr>
          </a:lstStyle>
          <a:p>
            <a:pPr>
              <a:defRPr/>
            </a:pPr>
            <a:r>
              <a:t>Консультация двух специалистов</a:t>
            </a:r>
          </a:p>
        </p:txBody>
      </p:sp>
      <p:sp>
        <p:nvSpPr>
          <p:cNvPr id="731" name="Текст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2814905" y="8869305"/>
            <a:ext cx="3587374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32" name="Текст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691679" y="4695468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3" name="Текст 45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91679" y="3531100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4" name="Текст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2442818" y="8972232"/>
            <a:ext cx="435870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</a:t>
            </a:r>
          </a:p>
        </p:txBody>
      </p:sp>
      <p:sp>
        <p:nvSpPr>
          <p:cNvPr id="735" name="Текст 4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2442818" y="7807861"/>
            <a:ext cx="4358704" cy="9579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ts val="3149"/>
              </a:lnSpc>
              <a:buSzTx/>
              <a:buFontTx/>
              <a:buNone/>
              <a:defRPr sz="2750"/>
            </a:lvl1pPr>
          </a:lstStyle>
          <a:p>
            <a:pPr>
              <a:defRPr/>
            </a:pPr>
            <a:r>
              <a:t>Консультация двух      специалистов</a:t>
            </a:r>
          </a:p>
        </p:txBody>
      </p:sp>
      <p:sp>
        <p:nvSpPr>
          <p:cNvPr id="736" name="Текст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0523171" y="3556889"/>
            <a:ext cx="1156271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75%</a:t>
            </a:r>
          </a:p>
        </p:txBody>
      </p:sp>
      <p:sp>
        <p:nvSpPr>
          <p:cNvPr id="737" name="Текст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6482498" y="467794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8" name="Текст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7740103" y="8234913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39" name="Текст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362678" y="7899367"/>
            <a:ext cx="972028" cy="63439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SzTx/>
              <a:buFontTx/>
              <a:buNone/>
              <a:defRPr sz="3550"/>
            </a:lvl1pPr>
          </a:lstStyle>
          <a:p>
            <a:pPr>
              <a:defRPr/>
            </a:pPr>
            <a:r>
              <a:t>15%</a:t>
            </a:r>
          </a:p>
        </p:txBody>
      </p:sp>
      <p:sp>
        <p:nvSpPr>
          <p:cNvPr id="741" name="Текст 12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424955" y="625738"/>
            <a:ext cx="16949403" cy="111959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12513" algn="ctr" defTabSz="449939">
              <a:lnSpc>
                <a:spcPct val="100000"/>
              </a:lnSpc>
              <a:spcBef>
                <a:spcPts val="97"/>
              </a:spcBef>
              <a:buSzTx/>
              <a:buFontTx/>
              <a:buNone/>
              <a:defRPr sz="5900"/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 bwMode="auto">
          <a:xfrm>
            <a:off x="791841" y="4020460"/>
            <a:ext cx="18215621" cy="1010603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800853" y="5377808"/>
            <a:ext cx="13859510" cy="413480"/>
          </a:xfrm>
          <a:prstGeom prst="rect">
            <a:avLst/>
          </a:prstGeom>
        </p:spPr>
        <p:txBody>
          <a:bodyPr wrap="square" lIns="36000" tIns="36000" rIns="36000" bIns="36000">
            <a:no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10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Holder 2"/>
          <p:cNvSpPr txBox="1"/>
          <p:nvPr userDrawn="1"/>
        </p:nvSpPr>
        <p:spPr bwMode="auto">
          <a:xfrm>
            <a:off x="895734" y="661998"/>
            <a:ext cx="17106569" cy="1119597"/>
          </a:xfrm>
          <a:prstGeom prst="rect">
            <a:avLst/>
          </a:prstGeom>
        </p:spPr>
        <p:txBody>
          <a:bodyPr lIns="36000" tIns="36000" rIns="36000" bIns="36000"/>
          <a:lstStyle>
            <a:lvl1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>
                <a:solidFill>
                  <a:srgbClr val="1A1919"/>
                </a:solidFill>
                <a:latin typeface="Tinkoff Sans"/>
                <a:ea typeface="Tinkoff Sans"/>
                <a:cs typeface="Tinkoff Sans"/>
              </a:defRPr>
            </a:lvl1pPr>
            <a:lvl2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0" marR="0" indent="0" algn="l" defTabSz="1485609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71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7_ТС заголовок в 1 строку c картинк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867938" y="3478927"/>
            <a:ext cx="8512200" cy="18950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defTabSz="449939">
              <a:lnSpc>
                <a:spcPct val="100000"/>
              </a:lnSpc>
              <a:spcBef>
                <a:spcPts val="97"/>
              </a:spcBef>
              <a:buSzTx/>
              <a:buFont typeface="Wingdings"/>
              <a:buNone/>
              <a:defRPr/>
            </a:lvl1pPr>
            <a:lvl2pPr marL="742806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2pPr>
            <a:lvl3pPr marL="1485609" indent="0" defTabSz="449939">
              <a:lnSpc>
                <a:spcPct val="100000"/>
              </a:lnSpc>
              <a:spcBef>
                <a:spcPts val="97"/>
              </a:spcBef>
              <a:buFontTx/>
              <a:buNone/>
              <a:defRPr/>
            </a:lvl3pPr>
            <a:lvl4pPr defTabSz="449939">
              <a:lnSpc>
                <a:spcPct val="100000"/>
              </a:lnSpc>
              <a:spcBef>
                <a:spcPts val="97"/>
              </a:spcBef>
              <a:buFontTx/>
            </a:lvl4pPr>
            <a:lvl5pPr defTabSz="449939">
              <a:lnSpc>
                <a:spcPct val="100000"/>
              </a:lnSpc>
              <a:spcBef>
                <a:spcPts val="97"/>
              </a:spcBef>
              <a:buFontTx/>
            </a:lvl5pPr>
          </a:lstStyle>
          <a:p>
            <a:pPr>
              <a:defRPr/>
            </a:pPr>
            <a:r>
              <a:t>Заголовок слайда  вашей презентации</a:t>
            </a:r>
          </a:p>
        </p:txBody>
      </p:sp>
      <p:sp>
        <p:nvSpPr>
          <p:cNvPr id="96" name="Рисунок 6"/>
          <p:cNvSpPr>
            <a:spLocks noGrp="1"/>
          </p:cNvSpPr>
          <p:nvPr>
            <p:ph type="pic" sz="half" idx="23"/>
          </p:nvPr>
        </p:nvSpPr>
        <p:spPr bwMode="auto">
          <a:xfrm>
            <a:off x="10012250" y="-13722"/>
            <a:ext cx="6978355" cy="9932044"/>
          </a:xfrm>
          <a:prstGeom prst="rect">
            <a:avLst/>
          </a:prstGeom>
        </p:spPr>
        <p:txBody>
          <a:bodyPr lIns="91439" rIns="91439"/>
          <a:lstStyle>
            <a:lvl1pPr marL="0" indent="0"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object 3"/>
          <p:cNvSpPr/>
          <p:nvPr userDrawn="1"/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rgbClr val="FFDD2D"/>
          </a:solidFill>
          <a:ln w="12700">
            <a:miter lim="400000"/>
          </a:ln>
        </p:spPr>
        <p:txBody>
          <a:bodyPr lIns="44996" rIns="44996"/>
          <a:lstStyle/>
          <a:p>
            <a:pPr>
              <a:defRPr/>
            </a:pPr>
            <a:endParaRPr sz="80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17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6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15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>
            <a:alphaModFix/>
          </a:blip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2_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2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007423" y="10027798"/>
            <a:ext cx="3092077" cy="425863"/>
          </a:xfrm>
          <a:prstGeom prst="rect">
            <a:avLst/>
          </a:prstGeom>
        </p:spPr>
        <p:txBody>
          <a:bodyPr lIns="36000" tIns="36000" rIns="36000" bIns="36000" anchor="b">
            <a:noAutofit/>
          </a:bodyPr>
          <a:lstStyle>
            <a:lvl1pPr marL="0" marR="0" indent="0" algn="r" defTabSz="1485609">
              <a:lnSpc>
                <a:spcPct val="100000"/>
              </a:lnSpc>
              <a:spcBef>
                <a:spcPts val="2363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2000" spc="0"/>
            </a:lvl1pPr>
          </a:lstStyle>
          <a:p>
            <a:pPr lvl="0">
              <a:defRPr/>
            </a:pPr>
            <a:r>
              <a:rPr lang="ru-RU"/>
              <a:t>01.01.2024</a:t>
            </a:r>
            <a:endParaRPr/>
          </a:p>
        </p:txBody>
      </p:sp>
      <p:sp>
        <p:nvSpPr>
          <p:cNvPr id="6" name="Текст 6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2491" y="10031914"/>
            <a:ext cx="3065519" cy="421746"/>
          </a:xfrm>
          <a:prstGeom prst="rect">
            <a:avLst/>
          </a:prstGeom>
        </p:spPr>
        <p:txBody>
          <a:bodyPr lIns="36000" anchor="b">
            <a:noAutofit/>
          </a:bodyPr>
          <a:lstStyle>
            <a:lvl1pPr marL="12498" marR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 sz="2000" spc="0"/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23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100" b="0" i="0" u="none" strike="noStrike" cap="none" spc="8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Автор</a:t>
            </a:r>
            <a:r>
              <a:rPr lang="ru-RU" sz="2100" b="0" i="0" u="none" strike="noStrike" cap="none" spc="155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2100" b="0" i="0" u="none" strike="noStrike" cap="none" spc="10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21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7" name="Текст 11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712491" y="6298654"/>
            <a:ext cx="11134605" cy="686421"/>
          </a:xfrm>
          <a:prstGeom prst="rect">
            <a:avLst/>
          </a:prstGeom>
        </p:spPr>
        <p:txBody>
          <a:bodyPr lIns="36000">
            <a:noAutofit/>
          </a:bodyPr>
          <a:lstStyle>
            <a:lvl1pPr marL="12498" marR="0" indent="0" algn="l" defTabSz="449939">
              <a:lnSpc>
                <a:spcPts val="3937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 sz="3050">
                <a:solidFill>
                  <a:srgbClr val="282828"/>
                </a:solidFill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9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Место</a:t>
            </a:r>
            <a:r>
              <a:rPr lang="ru-RU" sz="3300" b="0" i="0" u="none" strike="noStrike" cap="none" spc="112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38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для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4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дополнительного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текста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0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вашей</a:t>
            </a:r>
            <a:r>
              <a:rPr lang="ru-RU" sz="3300" b="0" i="0" u="none" strike="noStrike" cap="none" spc="119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 </a:t>
            </a:r>
            <a:r>
              <a:rPr lang="ru-RU" sz="3300" b="0" i="0" u="none" strike="noStrike" cap="none" spc="57">
                <a:ln>
                  <a:noFill/>
                </a:ln>
                <a:solidFill>
                  <a:srgbClr val="1A1919"/>
                </a:solidFill>
                <a:latin typeface="Tinkoff Sans"/>
                <a:cs typeface="Tinkoff Sans"/>
              </a:rPr>
              <a:t>презентации</a:t>
            </a:r>
            <a:endParaRPr lang="ru-RU" sz="33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sp>
        <p:nvSpPr>
          <p:cNvPr id="8" name="Текст 12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712491" y="4642973"/>
            <a:ext cx="16949403" cy="1119597"/>
          </a:xfrm>
          <a:prstGeom prst="rect">
            <a:avLst/>
          </a:prstGeom>
        </p:spPr>
        <p:txBody>
          <a:bodyPr lIns="36000" anchor="ctr">
            <a:noAutofit/>
          </a:bodyPr>
          <a:lstStyle>
            <a:lvl1pPr marL="12498" marR="0" indent="0" algn="l" defTabSz="449939">
              <a:lnSpc>
                <a:spcPts val="9447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 sz="5900" b="1" i="0">
                <a:latin typeface="Tinkoff Sans"/>
                <a:ea typeface="Tinkoff Sans"/>
              </a:defRPr>
            </a:lvl1pPr>
          </a:lstStyle>
          <a:p>
            <a:pPr marL="12498" marR="0" lvl="0" indent="0" algn="l" defTabSz="449939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Заголовок</a:t>
            </a:r>
            <a:r>
              <a:rPr lang="ru-RU" sz="8750" b="0" i="0" u="none" strike="noStrike" cap="none" spc="-23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вашей</a:t>
            </a:r>
            <a:r>
              <a:rPr lang="ru-RU" sz="8750" b="0" i="0" u="none" strike="noStrike" cap="none" spc="-19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 </a:t>
            </a:r>
            <a:r>
              <a:rPr lang="ru-RU" sz="8750" b="0" i="0" u="none" strike="noStrike" cap="none" spc="0">
                <a:ln>
                  <a:noFill/>
                </a:ln>
                <a:solidFill>
                  <a:srgbClr val="282828"/>
                </a:solidFill>
                <a:latin typeface="Tinkoff Sans"/>
                <a:cs typeface="Tinkoff Sans"/>
              </a:rPr>
              <a:t>презентации</a:t>
            </a:r>
            <a:endParaRPr lang="ru-RU" sz="875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cs typeface="Tinkoff Sans"/>
            </a:endParaRP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/>
          <a:srcRect r="11256" b="18587"/>
          <a:stretch/>
        </p:blipFill>
        <p:spPr bwMode="auto">
          <a:xfrm>
            <a:off x="7634177" y="0"/>
            <a:ext cx="12165123" cy="111601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12995" y="351064"/>
            <a:ext cx="3888000" cy="152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С заголовок в 4 стро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 одним усеченным и одним скругленным углом 1"/>
          <p:cNvSpPr/>
          <p:nvPr userDrawn="1"/>
        </p:nvSpPr>
        <p:spPr bwMode="auto">
          <a:xfrm rot="10800000">
            <a:off x="-6351" y="-18661"/>
            <a:ext cx="4544483" cy="11191876"/>
          </a:xfrm>
          <a:custGeom>
            <a:avLst/>
            <a:gdLst>
              <a:gd name="connsiteX0" fmla="*/ 1613624 w 4538133"/>
              <a:gd name="connsiteY0" fmla="*/ 0 h 11160126"/>
              <a:gd name="connsiteX1" fmla="*/ 4538133 w 4538133"/>
              <a:gd name="connsiteY1" fmla="*/ 0 h 11160126"/>
              <a:gd name="connsiteX2" fmla="*/ 4538133 w 4538133"/>
              <a:gd name="connsiteY2" fmla="*/ 0 h 11160126"/>
              <a:gd name="connsiteX3" fmla="*/ 4538133 w 4538133"/>
              <a:gd name="connsiteY3" fmla="*/ 11160126 h 11160126"/>
              <a:gd name="connsiteX4" fmla="*/ 0 w 4538133"/>
              <a:gd name="connsiteY4" fmla="*/ 11160126 h 11160126"/>
              <a:gd name="connsiteX5" fmla="*/ 0 w 4538133"/>
              <a:gd name="connsiteY5" fmla="*/ 1613624 h 11160126"/>
              <a:gd name="connsiteX6" fmla="*/ 1613624 w 4538133"/>
              <a:gd name="connsiteY6" fmla="*/ 0 h 11160126"/>
              <a:gd name="connsiteX0" fmla="*/ 1613624 w 4538133"/>
              <a:gd name="connsiteY0" fmla="*/ 0 h 11191876"/>
              <a:gd name="connsiteX1" fmla="*/ 4538133 w 4538133"/>
              <a:gd name="connsiteY1" fmla="*/ 31750 h 11191876"/>
              <a:gd name="connsiteX2" fmla="*/ 4538133 w 4538133"/>
              <a:gd name="connsiteY2" fmla="*/ 31750 h 11191876"/>
              <a:gd name="connsiteX3" fmla="*/ 4538133 w 4538133"/>
              <a:gd name="connsiteY3" fmla="*/ 11191876 h 11191876"/>
              <a:gd name="connsiteX4" fmla="*/ 0 w 4538133"/>
              <a:gd name="connsiteY4" fmla="*/ 11191876 h 11191876"/>
              <a:gd name="connsiteX5" fmla="*/ 0 w 4538133"/>
              <a:gd name="connsiteY5" fmla="*/ 1645374 h 11191876"/>
              <a:gd name="connsiteX6" fmla="*/ 1613624 w 4538133"/>
              <a:gd name="connsiteY6" fmla="*/ 0 h 11191876"/>
              <a:gd name="connsiteX0" fmla="*/ 1613624 w 4544483"/>
              <a:gd name="connsiteY0" fmla="*/ 0 h 11191876"/>
              <a:gd name="connsiteX1" fmla="*/ 4538133 w 4544483"/>
              <a:gd name="connsiteY1" fmla="*/ 3175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  <a:gd name="connsiteX0" fmla="*/ 1613624 w 4544483"/>
              <a:gd name="connsiteY0" fmla="*/ 0 h 11191876"/>
              <a:gd name="connsiteX1" fmla="*/ 4512733 w 4544483"/>
              <a:gd name="connsiteY1" fmla="*/ 12700 h 11191876"/>
              <a:gd name="connsiteX2" fmla="*/ 4544483 w 4544483"/>
              <a:gd name="connsiteY2" fmla="*/ 0 h 11191876"/>
              <a:gd name="connsiteX3" fmla="*/ 4538133 w 4544483"/>
              <a:gd name="connsiteY3" fmla="*/ 11191876 h 11191876"/>
              <a:gd name="connsiteX4" fmla="*/ 0 w 4544483"/>
              <a:gd name="connsiteY4" fmla="*/ 11191876 h 11191876"/>
              <a:gd name="connsiteX5" fmla="*/ 0 w 4544483"/>
              <a:gd name="connsiteY5" fmla="*/ 1645374 h 11191876"/>
              <a:gd name="connsiteX6" fmla="*/ 1613624 w 4544483"/>
              <a:gd name="connsiteY6" fmla="*/ 0 h 11191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44483" h="11191876" extrusionOk="0">
                <a:moveTo>
                  <a:pt x="1613624" y="0"/>
                </a:moveTo>
                <a:lnTo>
                  <a:pt x="4512733" y="12700"/>
                </a:lnTo>
                <a:lnTo>
                  <a:pt x="4544483" y="0"/>
                </a:lnTo>
                <a:cubicBezTo>
                  <a:pt x="4542366" y="3730625"/>
                  <a:pt x="4540250" y="7461251"/>
                  <a:pt x="4538133" y="11191876"/>
                </a:cubicBezTo>
                <a:lnTo>
                  <a:pt x="0" y="11191876"/>
                </a:lnTo>
                <a:lnTo>
                  <a:pt x="0" y="1645374"/>
                </a:lnTo>
                <a:cubicBezTo>
                  <a:pt x="0" y="754194"/>
                  <a:pt x="722444" y="0"/>
                  <a:pt x="1613624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Tinkoff Sans"/>
              <a:ea typeface="Tinkoff Sans"/>
              <a:cs typeface="Tinkoff Sans"/>
            </a:endParaRP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/>
          <a:stretch/>
        </p:blipFill>
        <p:spPr bwMode="auto">
          <a:xfrm>
            <a:off x="208465" y="347498"/>
            <a:ext cx="3888000" cy="1522801"/>
          </a:xfrm>
          <a:prstGeom prst="rect">
            <a:avLst/>
          </a:prstGeom>
        </p:spPr>
      </p:pic>
      <p:sp>
        <p:nvSpPr>
          <p:cNvPr id="6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icture Placeholder 12"/>
          <p:cNvSpPr>
            <a:spLocks noGrp="1"/>
          </p:cNvSpPr>
          <p:nvPr>
            <p:ph type="pic" sz="quarter" idx="11"/>
          </p:nvPr>
        </p:nvSpPr>
        <p:spPr bwMode="auto">
          <a:xfrm>
            <a:off x="5" y="-7289"/>
            <a:ext cx="7925031" cy="10448277"/>
          </a:xfrm>
          <a:custGeom>
            <a:avLst/>
            <a:gdLst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0 w 4648201"/>
              <a:gd name="connsiteY4" fmla="*/ 5567081 h 5567081"/>
              <a:gd name="connsiteX0" fmla="*/ 0 w 4648201"/>
              <a:gd name="connsiteY0" fmla="*/ 0 h 5567081"/>
              <a:gd name="connsiteX1" fmla="*/ 4648201 w 4648201"/>
              <a:gd name="connsiteY1" fmla="*/ 0 h 5567081"/>
              <a:gd name="connsiteX2" fmla="*/ 4648201 w 4648201"/>
              <a:gd name="connsiteY2" fmla="*/ 4551061 h 5567081"/>
              <a:gd name="connsiteX3" fmla="*/ 3632181 w 4648201"/>
              <a:gd name="connsiteY3" fmla="*/ 5567081 h 5567081"/>
              <a:gd name="connsiteX4" fmla="*/ 602995 w 4648201"/>
              <a:gd name="connsiteY4" fmla="*/ 5544307 h 5567081"/>
              <a:gd name="connsiteX5" fmla="*/ 0 w 4648201"/>
              <a:gd name="connsiteY5" fmla="*/ 0 h 5567081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53839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91526 w 4099045"/>
              <a:gd name="connsiteY4" fmla="*/ 5555695 h 5578469"/>
              <a:gd name="connsiteX5" fmla="*/ 0 w 4099045"/>
              <a:gd name="connsiteY5" fmla="*/ 0 h 5578469"/>
              <a:gd name="connsiteX0" fmla="*/ 0 w 4099045"/>
              <a:gd name="connsiteY0" fmla="*/ 0 h 5578469"/>
              <a:gd name="connsiteX1" fmla="*/ 4099045 w 4099045"/>
              <a:gd name="connsiteY1" fmla="*/ 11388 h 5578469"/>
              <a:gd name="connsiteX2" fmla="*/ 4099045 w 4099045"/>
              <a:gd name="connsiteY2" fmla="*/ 4562449 h 5578469"/>
              <a:gd name="connsiteX3" fmla="*/ 3083025 w 4099045"/>
              <a:gd name="connsiteY3" fmla="*/ 5578469 h 5578469"/>
              <a:gd name="connsiteX4" fmla="*/ 86142 w 4099045"/>
              <a:gd name="connsiteY4" fmla="*/ 5561389 h 5578469"/>
              <a:gd name="connsiteX5" fmla="*/ 0 w 4099045"/>
              <a:gd name="connsiteY5" fmla="*/ 0 h 5578469"/>
              <a:gd name="connsiteX0" fmla="*/ 247659 w 4012903"/>
              <a:gd name="connsiteY0" fmla="*/ 0 h 5578469"/>
              <a:gd name="connsiteX1" fmla="*/ 4012903 w 4012903"/>
              <a:gd name="connsiteY1" fmla="*/ 11388 h 5578469"/>
              <a:gd name="connsiteX2" fmla="*/ 4012903 w 4012903"/>
              <a:gd name="connsiteY2" fmla="*/ 4562449 h 5578469"/>
              <a:gd name="connsiteX3" fmla="*/ 2996883 w 4012903"/>
              <a:gd name="connsiteY3" fmla="*/ 5578469 h 5578469"/>
              <a:gd name="connsiteX4" fmla="*/ 0 w 4012903"/>
              <a:gd name="connsiteY4" fmla="*/ 5561389 h 5578469"/>
              <a:gd name="connsiteX5" fmla="*/ 247659 w 4012903"/>
              <a:gd name="connsiteY5" fmla="*/ 0 h 5578469"/>
              <a:gd name="connsiteX0" fmla="*/ 1 w 4012903"/>
              <a:gd name="connsiteY0" fmla="*/ 0 h 5584163"/>
              <a:gd name="connsiteX1" fmla="*/ 4012903 w 4012903"/>
              <a:gd name="connsiteY1" fmla="*/ 17082 h 5584163"/>
              <a:gd name="connsiteX2" fmla="*/ 4012903 w 4012903"/>
              <a:gd name="connsiteY2" fmla="*/ 4568143 h 5584163"/>
              <a:gd name="connsiteX3" fmla="*/ 2996883 w 4012903"/>
              <a:gd name="connsiteY3" fmla="*/ 5584163 h 5584163"/>
              <a:gd name="connsiteX4" fmla="*/ 0 w 4012903"/>
              <a:gd name="connsiteY4" fmla="*/ 5567083 h 5584163"/>
              <a:gd name="connsiteX5" fmla="*/ 1 w 4012903"/>
              <a:gd name="connsiteY5" fmla="*/ 0 h 5584163"/>
              <a:gd name="connsiteX0" fmla="*/ 0 w 4018286"/>
              <a:gd name="connsiteY0" fmla="*/ 130951 h 5567081"/>
              <a:gd name="connsiteX1" fmla="*/ 4018286 w 4018286"/>
              <a:gd name="connsiteY1" fmla="*/ 0 h 5567081"/>
              <a:gd name="connsiteX2" fmla="*/ 4018286 w 4018286"/>
              <a:gd name="connsiteY2" fmla="*/ 4551061 h 5567081"/>
              <a:gd name="connsiteX3" fmla="*/ 3002266 w 4018286"/>
              <a:gd name="connsiteY3" fmla="*/ 5567081 h 5567081"/>
              <a:gd name="connsiteX4" fmla="*/ 5383 w 4018286"/>
              <a:gd name="connsiteY4" fmla="*/ 5550001 h 5567081"/>
              <a:gd name="connsiteX5" fmla="*/ 0 w 4018286"/>
              <a:gd name="connsiteY5" fmla="*/ 130951 h 5567081"/>
              <a:gd name="connsiteX0" fmla="*/ 5385 w 4012903"/>
              <a:gd name="connsiteY0" fmla="*/ 11387 h 5567081"/>
              <a:gd name="connsiteX1" fmla="*/ 4012903 w 4012903"/>
              <a:gd name="connsiteY1" fmla="*/ 0 h 5567081"/>
              <a:gd name="connsiteX2" fmla="*/ 4012903 w 4012903"/>
              <a:gd name="connsiteY2" fmla="*/ 4551061 h 5567081"/>
              <a:gd name="connsiteX3" fmla="*/ 2996883 w 4012903"/>
              <a:gd name="connsiteY3" fmla="*/ 5567081 h 5567081"/>
              <a:gd name="connsiteX4" fmla="*/ 0 w 4012903"/>
              <a:gd name="connsiteY4" fmla="*/ 5550001 h 5567081"/>
              <a:gd name="connsiteX5" fmla="*/ 5385 w 4012903"/>
              <a:gd name="connsiteY5" fmla="*/ 11387 h 5567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2903" h="5567081" extrusionOk="0">
                <a:moveTo>
                  <a:pt x="5385" y="11387"/>
                </a:moveTo>
                <a:lnTo>
                  <a:pt x="4012903" y="0"/>
                </a:lnTo>
                <a:lnTo>
                  <a:pt x="4012903" y="4551061"/>
                </a:lnTo>
                <a:cubicBezTo>
                  <a:pt x="4012903" y="5112193"/>
                  <a:pt x="3558015" y="5567081"/>
                  <a:pt x="2996883" y="5567081"/>
                </a:cubicBezTo>
                <a:lnTo>
                  <a:pt x="0" y="5550001"/>
                </a:lnTo>
                <a:cubicBezTo>
                  <a:pt x="0" y="3694307"/>
                  <a:pt x="5385" y="1867081"/>
                  <a:pt x="5385" y="11387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lIns="36000" rIns="36000"/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Мультимедиа 4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9799300" cy="11160125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7628598" y="3056311"/>
            <a:ext cx="5358009" cy="5369084"/>
          </a:xfrm>
          <a:custGeom>
            <a:avLst/>
            <a:gdLst>
              <a:gd name="connsiteX0" fmla="*/ 1649675 w 3299350"/>
              <a:gd name="connsiteY0" fmla="*/ 0 h 3299352"/>
              <a:gd name="connsiteX1" fmla="*/ 3299350 w 3299350"/>
              <a:gd name="connsiteY1" fmla="*/ 1649676 h 3299352"/>
              <a:gd name="connsiteX2" fmla="*/ 1649675 w 3299350"/>
              <a:gd name="connsiteY2" fmla="*/ 3299352 h 3299352"/>
              <a:gd name="connsiteX3" fmla="*/ 0 w 3299350"/>
              <a:gd name="connsiteY3" fmla="*/ 1649676 h 3299352"/>
              <a:gd name="connsiteX4" fmla="*/ 1649675 w 3299350"/>
              <a:gd name="connsiteY4" fmla="*/ 0 h 3299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9350" h="3299352" extrusionOk="0">
                <a:moveTo>
                  <a:pt x="1649675" y="0"/>
                </a:moveTo>
                <a:cubicBezTo>
                  <a:pt x="2560765" y="0"/>
                  <a:pt x="3299350" y="738585"/>
                  <a:pt x="3299350" y="1649676"/>
                </a:cubicBezTo>
                <a:cubicBezTo>
                  <a:pt x="3299350" y="2560767"/>
                  <a:pt x="2560765" y="3299352"/>
                  <a:pt x="1649675" y="3299352"/>
                </a:cubicBezTo>
                <a:cubicBezTo>
                  <a:pt x="738585" y="3299352"/>
                  <a:pt x="0" y="2560767"/>
                  <a:pt x="0" y="1649676"/>
                </a:cubicBezTo>
                <a:cubicBezTo>
                  <a:pt x="0" y="738585"/>
                  <a:pt x="738585" y="0"/>
                  <a:pt x="1649675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 sz="1950"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4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" name="Picture Placeholder 23"/>
          <p:cNvSpPr>
            <a:spLocks noGrp="1"/>
          </p:cNvSpPr>
          <p:nvPr>
            <p:ph type="pic" sz="quarter" idx="10"/>
          </p:nvPr>
        </p:nvSpPr>
        <p:spPr bwMode="auto">
          <a:xfrm>
            <a:off x="7034197" y="1043019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 bwMode="auto">
          <a:xfrm>
            <a:off x="7034197" y="582229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2"/>
          </p:nvPr>
        </p:nvSpPr>
        <p:spPr bwMode="auto">
          <a:xfrm>
            <a:off x="11087388" y="547014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3"/>
          </p:nvPr>
        </p:nvSpPr>
        <p:spPr bwMode="auto">
          <a:xfrm>
            <a:off x="11087388" y="5326286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4"/>
          </p:nvPr>
        </p:nvSpPr>
        <p:spPr bwMode="auto">
          <a:xfrm>
            <a:off x="15140584" y="1048410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9" name="Picture Placeholder 28"/>
          <p:cNvSpPr>
            <a:spLocks noGrp="1"/>
          </p:cNvSpPr>
          <p:nvPr>
            <p:ph type="pic" sz="quarter" idx="15"/>
          </p:nvPr>
        </p:nvSpPr>
        <p:spPr bwMode="auto">
          <a:xfrm>
            <a:off x="15140584" y="5827681"/>
            <a:ext cx="3495596" cy="4492318"/>
          </a:xfrm>
          <a:custGeom>
            <a:avLst/>
            <a:gdLst>
              <a:gd name="connsiteX0" fmla="*/ 0 w 2152516"/>
              <a:gd name="connsiteY0" fmla="*/ 0 h 2760570"/>
              <a:gd name="connsiteX1" fmla="*/ 2152516 w 2152516"/>
              <a:gd name="connsiteY1" fmla="*/ 0 h 2760570"/>
              <a:gd name="connsiteX2" fmla="*/ 2152516 w 2152516"/>
              <a:gd name="connsiteY2" fmla="*/ 2760570 h 2760570"/>
              <a:gd name="connsiteX3" fmla="*/ 0 w 2152516"/>
              <a:gd name="connsiteY3" fmla="*/ 2760570 h 2760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2516" h="2760570" extrusionOk="0">
                <a:moveTo>
                  <a:pt x="0" y="0"/>
                </a:moveTo>
                <a:lnTo>
                  <a:pt x="2152516" y="0"/>
                </a:lnTo>
                <a:lnTo>
                  <a:pt x="2152516" y="2760570"/>
                </a:lnTo>
                <a:lnTo>
                  <a:pt x="0" y="276057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4"/>
          </p:nvPr>
        </p:nvSpPr>
        <p:spPr bwMode="auto">
          <a:xfrm>
            <a:off x="2351167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5"/>
          </p:nvPr>
        </p:nvSpPr>
        <p:spPr bwMode="auto">
          <a:xfrm>
            <a:off x="6503109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0655051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17"/>
          </p:nvPr>
        </p:nvSpPr>
        <p:spPr bwMode="auto">
          <a:xfrm>
            <a:off x="14806992" y="694407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0"/>
          </p:nvPr>
        </p:nvSpPr>
        <p:spPr bwMode="auto">
          <a:xfrm>
            <a:off x="2351167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6503109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2"/>
          </p:nvPr>
        </p:nvSpPr>
        <p:spPr bwMode="auto">
          <a:xfrm>
            <a:off x="10655051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3"/>
          </p:nvPr>
        </p:nvSpPr>
        <p:spPr bwMode="auto">
          <a:xfrm>
            <a:off x="14806992" y="3348038"/>
            <a:ext cx="2227421" cy="2232025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5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5"/>
          <p:cNvSpPr/>
          <p:nvPr userDrawn="1"/>
        </p:nvSpPr>
        <p:spPr bwMode="auto">
          <a:xfrm flipV="1">
            <a:off x="10510956" y="0"/>
            <a:ext cx="9288351" cy="11160125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44996" rIns="44996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80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9158070" y="1012998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9158070" y="4238454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9158070" y="7528839"/>
            <a:ext cx="2699410" cy="268982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7474406" y="50143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2021924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 bwMode="auto">
          <a:xfrm>
            <a:off x="7478932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 bwMode="auto">
          <a:xfrm>
            <a:off x="12935941" y="2919463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 bwMode="auto">
          <a:xfrm>
            <a:off x="31433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 bwMode="auto">
          <a:xfrm>
            <a:off x="8621109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 bwMode="auto">
          <a:xfrm>
            <a:off x="14057328" y="4965486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7"/>
          </p:nvPr>
        </p:nvSpPr>
        <p:spPr bwMode="auto">
          <a:xfrm>
            <a:off x="31433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8"/>
          </p:nvPr>
        </p:nvSpPr>
        <p:spPr bwMode="auto">
          <a:xfrm>
            <a:off x="8621109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9"/>
          </p:nvPr>
        </p:nvSpPr>
        <p:spPr bwMode="auto">
          <a:xfrm>
            <a:off x="14057328" y="6949508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" name="Picture Placeholder 58"/>
          <p:cNvSpPr>
            <a:spLocks noGrp="1"/>
          </p:cNvSpPr>
          <p:nvPr>
            <p:ph type="pic" sz="quarter" idx="20"/>
          </p:nvPr>
        </p:nvSpPr>
        <p:spPr bwMode="auto">
          <a:xfrm>
            <a:off x="31433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" name="Picture Placeholder 59"/>
          <p:cNvSpPr>
            <a:spLocks noGrp="1"/>
          </p:cNvSpPr>
          <p:nvPr>
            <p:ph type="pic" sz="quarter" idx="21"/>
          </p:nvPr>
        </p:nvSpPr>
        <p:spPr bwMode="auto">
          <a:xfrm>
            <a:off x="8621109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" name="Picture Placeholder 60"/>
          <p:cNvSpPr>
            <a:spLocks noGrp="1"/>
          </p:cNvSpPr>
          <p:nvPr>
            <p:ph type="pic" sz="quarter" idx="22"/>
          </p:nvPr>
        </p:nvSpPr>
        <p:spPr bwMode="auto">
          <a:xfrm>
            <a:off x="14057328" y="8933530"/>
            <a:ext cx="1608693" cy="1612018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 extrusionOk="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22742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7486611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2745800" y="496006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2227426" y="5738272"/>
            <a:ext cx="10085268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2745800" y="5738272"/>
            <a:ext cx="4826079" cy="4836054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770917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3434832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11" name="Picture Placeholder 6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14107005" y="1860021"/>
            <a:ext cx="4732385" cy="5084057"/>
          </a:xfrm>
          <a:prstGeom prst="roundRect">
            <a:avLst>
              <a:gd name="adj" fmla="val 6086"/>
            </a:avLst>
          </a:prstGeom>
          <a:solidFill>
            <a:schemeClr val="accent4"/>
          </a:solidFill>
        </p:spPr>
        <p:txBody>
          <a:bodyPr/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b="0" i="0"/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изображение</a:t>
            </a: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5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2"/>
            <a:ext cx="6063536" cy="5580062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2"/>
          </p:nvPr>
        </p:nvSpPr>
        <p:spPr bwMode="auto">
          <a:xfrm>
            <a:off x="3031768" y="2790031"/>
            <a:ext cx="6063536" cy="5580062"/>
          </a:xfrm>
          <a:prstGeom prst="rect">
            <a:avLst/>
          </a:prstGeom>
          <a:solidFill>
            <a:schemeClr val="accent4"/>
          </a:solidFill>
          <a:effectLst>
            <a:outerShdw blurRad="1244600" dist="787400" dir="5400000" algn="t" rotWithShape="0">
              <a:srgbClr val="002060">
                <a:alpha val="2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0_Custom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 bwMode="auto">
          <a:xfrm>
            <a:off x="0" y="0"/>
            <a:ext cx="4944875" cy="11160125"/>
          </a:xfrm>
          <a:custGeom>
            <a:avLst/>
            <a:gdLst>
              <a:gd name="connsiteX0" fmla="*/ 0 w 3044952"/>
              <a:gd name="connsiteY0" fmla="*/ 0 h 6858000"/>
              <a:gd name="connsiteX1" fmla="*/ 3044952 w 3044952"/>
              <a:gd name="connsiteY1" fmla="*/ 0 h 6858000"/>
              <a:gd name="connsiteX2" fmla="*/ 3044952 w 3044952"/>
              <a:gd name="connsiteY2" fmla="*/ 6858000 h 6858000"/>
              <a:gd name="connsiteX3" fmla="*/ 0 w 30449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6858000" extrusionOk="0">
                <a:moveTo>
                  <a:pt x="0" y="0"/>
                </a:moveTo>
                <a:lnTo>
                  <a:pt x="3044952" y="0"/>
                </a:lnTo>
                <a:lnTo>
                  <a:pt x="3044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1"/>
          </p:nvPr>
        </p:nvSpPr>
        <p:spPr bwMode="auto">
          <a:xfrm>
            <a:off x="4944875" y="0"/>
            <a:ext cx="4954775" cy="5559145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2"/>
          </p:nvPr>
        </p:nvSpPr>
        <p:spPr bwMode="auto">
          <a:xfrm>
            <a:off x="4944875" y="5580062"/>
            <a:ext cx="4944875" cy="5580062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3"/>
          </p:nvPr>
        </p:nvSpPr>
        <p:spPr bwMode="auto">
          <a:xfrm>
            <a:off x="9909552" y="-10478"/>
            <a:ext cx="4925074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6"/>
          </p:nvPr>
        </p:nvSpPr>
        <p:spPr bwMode="auto">
          <a:xfrm>
            <a:off x="14854424" y="5590541"/>
            <a:ext cx="4944875" cy="5569584"/>
          </a:xfrm>
          <a:custGeom>
            <a:avLst/>
            <a:gdLst>
              <a:gd name="connsiteX0" fmla="*/ 0 w 3044952"/>
              <a:gd name="connsiteY0" fmla="*/ 0 h 3429000"/>
              <a:gd name="connsiteX1" fmla="*/ 3044952 w 3044952"/>
              <a:gd name="connsiteY1" fmla="*/ 0 h 3429000"/>
              <a:gd name="connsiteX2" fmla="*/ 3044952 w 3044952"/>
              <a:gd name="connsiteY2" fmla="*/ 3429000 h 3429000"/>
              <a:gd name="connsiteX3" fmla="*/ 0 w 304495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44952" h="3429000" extrusionOk="0">
                <a:moveTo>
                  <a:pt x="0" y="0"/>
                </a:moveTo>
                <a:lnTo>
                  <a:pt x="3044952" y="0"/>
                </a:lnTo>
                <a:lnTo>
                  <a:pt x="3044952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auto">
          <a:xfrm>
            <a:off x="0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 bwMode="auto">
          <a:xfrm>
            <a:off x="0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 bwMode="auto">
          <a:xfrm>
            <a:off x="6612971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14"/>
          </p:nvPr>
        </p:nvSpPr>
        <p:spPr bwMode="auto">
          <a:xfrm>
            <a:off x="13239689" y="-22774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5"/>
          </p:nvPr>
        </p:nvSpPr>
        <p:spPr bwMode="auto">
          <a:xfrm>
            <a:off x="13239689" y="5580068"/>
            <a:ext cx="6593167" cy="5602838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6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icture Placeholder 25"/>
          <p:cNvSpPr>
            <a:spLocks noGrp="1"/>
          </p:cNvSpPr>
          <p:nvPr>
            <p:ph type="pic" sz="quarter" idx="16"/>
          </p:nvPr>
        </p:nvSpPr>
        <p:spPr bwMode="auto">
          <a:xfrm>
            <a:off x="14950946" y="-415404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1"/>
          </p:nvPr>
        </p:nvSpPr>
        <p:spPr bwMode="auto">
          <a:xfrm>
            <a:off x="5107395" y="-341003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/>
          </p:nvPr>
        </p:nvSpPr>
        <p:spPr bwMode="auto">
          <a:xfrm>
            <a:off x="185619" y="700607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3"/>
          </p:nvPr>
        </p:nvSpPr>
        <p:spPr bwMode="auto">
          <a:xfrm>
            <a:off x="5107395" y="5146058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4"/>
          </p:nvPr>
        </p:nvSpPr>
        <p:spPr bwMode="auto">
          <a:xfrm>
            <a:off x="10029170" y="-2294026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5"/>
          </p:nvPr>
        </p:nvSpPr>
        <p:spPr bwMode="auto">
          <a:xfrm>
            <a:off x="10029170" y="6262070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7"/>
          </p:nvPr>
        </p:nvSpPr>
        <p:spPr bwMode="auto">
          <a:xfrm>
            <a:off x="14950946" y="4402049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 bwMode="auto">
          <a:xfrm>
            <a:off x="185619" y="-1550017"/>
            <a:ext cx="4662735" cy="8308093"/>
          </a:xfrm>
          <a:custGeom>
            <a:avLst/>
            <a:gdLst>
              <a:gd name="connsiteX0" fmla="*/ 0 w 2871216"/>
              <a:gd name="connsiteY0" fmla="*/ 0 h 5105400"/>
              <a:gd name="connsiteX1" fmla="*/ 2871216 w 2871216"/>
              <a:gd name="connsiteY1" fmla="*/ 0 h 5105400"/>
              <a:gd name="connsiteX2" fmla="*/ 2871216 w 2871216"/>
              <a:gd name="connsiteY2" fmla="*/ 5105400 h 5105400"/>
              <a:gd name="connsiteX3" fmla="*/ 0 w 2871216"/>
              <a:gd name="connsiteY3" fmla="*/ 510540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1216" h="5105400" extrusionOk="0">
                <a:moveTo>
                  <a:pt x="0" y="0"/>
                </a:moveTo>
                <a:lnTo>
                  <a:pt x="2871216" y="0"/>
                </a:lnTo>
                <a:lnTo>
                  <a:pt x="2871216" y="5105400"/>
                </a:lnTo>
                <a:lnTo>
                  <a:pt x="0" y="51054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aphic 5"/>
          <p:cNvGrpSpPr/>
          <p:nvPr userDrawn="1"/>
        </p:nvGrpSpPr>
        <p:grpSpPr bwMode="auto">
          <a:xfrm>
            <a:off x="15385500" y="2415128"/>
            <a:ext cx="3451120" cy="7065487"/>
            <a:chOff x="2467676" y="1835148"/>
            <a:chExt cx="1560218" cy="3187699"/>
          </a:xfrm>
          <a:gradFill>
            <a:gsLst>
              <a:gs pos="0">
                <a:srgbClr val="67696F"/>
              </a:gs>
              <a:gs pos="100000">
                <a:srgbClr val="48494B"/>
              </a:gs>
            </a:gsLst>
            <a:lin ang="2700000" scaled="0"/>
          </a:gradFill>
        </p:grpSpPr>
        <p:sp>
          <p:nvSpPr>
            <p:cNvPr id="4" name="Freeform 16"/>
            <p:cNvSpPr/>
            <p:nvPr/>
          </p:nvSpPr>
          <p:spPr bwMode="auto">
            <a:xfrm>
              <a:off x="2467676" y="1835148"/>
              <a:ext cx="1560218" cy="3187699"/>
            </a:xfrm>
            <a:custGeom>
              <a:avLst/>
              <a:gdLst>
                <a:gd name="connsiteX0" fmla="*/ 238425 w 1560243"/>
                <a:gd name="connsiteY0" fmla="*/ 0 h 3187700"/>
                <a:gd name="connsiteX1" fmla="*/ 1321819 w 1560243"/>
                <a:gd name="connsiteY1" fmla="*/ 0 h 3187700"/>
                <a:gd name="connsiteX2" fmla="*/ 1560244 w 1560243"/>
                <a:gd name="connsiteY2" fmla="*/ 239125 h 3187700"/>
                <a:gd name="connsiteX3" fmla="*/ 1560244 w 1560243"/>
                <a:gd name="connsiteY3" fmla="*/ 2948480 h 3187700"/>
                <a:gd name="connsiteX4" fmla="*/ 1321914 w 1560243"/>
                <a:gd name="connsiteY4" fmla="*/ 3187700 h 3187700"/>
                <a:gd name="connsiteX5" fmla="*/ 1321819 w 1560243"/>
                <a:gd name="connsiteY5" fmla="*/ 3187700 h 3187700"/>
                <a:gd name="connsiteX6" fmla="*/ 238425 w 1560243"/>
                <a:gd name="connsiteY6" fmla="*/ 3187700 h 3187700"/>
                <a:gd name="connsiteX7" fmla="*/ 0 w 1560243"/>
                <a:gd name="connsiteY7" fmla="*/ 2948480 h 3187700"/>
                <a:gd name="connsiteX8" fmla="*/ 0 w 1560243"/>
                <a:gd name="connsiteY8" fmla="*/ 239220 h 3187700"/>
                <a:gd name="connsiteX9" fmla="*/ 238425 w 1560243"/>
                <a:gd name="connsiteY9" fmla="*/ 0 h 318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60243" h="3187700" extrusionOk="0">
                  <a:moveTo>
                    <a:pt x="238425" y="0"/>
                  </a:moveTo>
                  <a:lnTo>
                    <a:pt x="1321819" y="0"/>
                  </a:lnTo>
                  <a:cubicBezTo>
                    <a:pt x="1453497" y="0"/>
                    <a:pt x="1560244" y="107060"/>
                    <a:pt x="1560244" y="239125"/>
                  </a:cubicBezTo>
                  <a:lnTo>
                    <a:pt x="1560244" y="2948480"/>
                  </a:lnTo>
                  <a:cubicBezTo>
                    <a:pt x="1560296" y="3080545"/>
                    <a:pt x="1453592" y="3187647"/>
                    <a:pt x="1321914" y="3187700"/>
                  </a:cubicBezTo>
                  <a:cubicBezTo>
                    <a:pt x="1321882" y="3187700"/>
                    <a:pt x="1321851" y="3187700"/>
                    <a:pt x="1321819" y="3187700"/>
                  </a:cubicBezTo>
                  <a:lnTo>
                    <a:pt x="238425" y="3187700"/>
                  </a:lnTo>
                  <a:cubicBezTo>
                    <a:pt x="106731" y="3187648"/>
                    <a:pt x="0" y="3080560"/>
                    <a:pt x="0" y="2948480"/>
                  </a:cubicBezTo>
                  <a:lnTo>
                    <a:pt x="0" y="239220"/>
                  </a:lnTo>
                  <a:cubicBezTo>
                    <a:pt x="0" y="107140"/>
                    <a:pt x="106731" y="53"/>
                    <a:pt x="238425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17"/>
            <p:cNvSpPr/>
            <p:nvPr/>
          </p:nvSpPr>
          <p:spPr bwMode="auto">
            <a:xfrm>
              <a:off x="2564260" y="1932016"/>
              <a:ext cx="1367148" cy="2994343"/>
            </a:xfrm>
            <a:custGeom>
              <a:avLst/>
              <a:gdLst>
                <a:gd name="connsiteX0" fmla="*/ 1367170 w 1367170"/>
                <a:gd name="connsiteY0" fmla="*/ 142257 h 2994344"/>
                <a:gd name="connsiteX1" fmla="*/ 1367170 w 1367170"/>
                <a:gd name="connsiteY1" fmla="*/ 2851612 h 2994344"/>
                <a:gd name="connsiteX2" fmla="*/ 1224855 w 1367170"/>
                <a:gd name="connsiteY2" fmla="*/ 2994345 h 2994344"/>
                <a:gd name="connsiteX3" fmla="*/ 141840 w 1367170"/>
                <a:gd name="connsiteY3" fmla="*/ 2994345 h 2994344"/>
                <a:gd name="connsiteX4" fmla="*/ 0 w 1367170"/>
                <a:gd name="connsiteY4" fmla="*/ 2851612 h 2994344"/>
                <a:gd name="connsiteX5" fmla="*/ 0 w 1367170"/>
                <a:gd name="connsiteY5" fmla="*/ 142257 h 2994344"/>
                <a:gd name="connsiteX6" fmla="*/ 142315 w 1367170"/>
                <a:gd name="connsiteY6" fmla="*/ 0 h 2994344"/>
                <a:gd name="connsiteX7" fmla="*/ 267836 w 1367170"/>
                <a:gd name="connsiteY7" fmla="*/ 0 h 2994344"/>
                <a:gd name="connsiteX8" fmla="*/ 294028 w 1367170"/>
                <a:gd name="connsiteY8" fmla="*/ 26257 h 2994344"/>
                <a:gd name="connsiteX9" fmla="*/ 294022 w 1367170"/>
                <a:gd name="connsiteY9" fmla="*/ 26834 h 2994344"/>
                <a:gd name="connsiteX10" fmla="*/ 294022 w 1367170"/>
                <a:gd name="connsiteY10" fmla="*/ 26834 h 2994344"/>
                <a:gd name="connsiteX11" fmla="*/ 376944 w 1367170"/>
                <a:gd name="connsiteY11" fmla="*/ 109333 h 2994344"/>
                <a:gd name="connsiteX12" fmla="*/ 993641 w 1367170"/>
                <a:gd name="connsiteY12" fmla="*/ 109333 h 2994344"/>
                <a:gd name="connsiteX13" fmla="*/ 1076184 w 1367170"/>
                <a:gd name="connsiteY13" fmla="*/ 26834 h 2994344"/>
                <a:gd name="connsiteX14" fmla="*/ 1076184 w 1367170"/>
                <a:gd name="connsiteY14" fmla="*/ 26834 h 2994344"/>
                <a:gd name="connsiteX15" fmla="*/ 1102370 w 1367170"/>
                <a:gd name="connsiteY15" fmla="*/ 476 h 2994344"/>
                <a:gd name="connsiteX16" fmla="*/ 1225709 w 1367170"/>
                <a:gd name="connsiteY16" fmla="*/ 476 h 2994344"/>
                <a:gd name="connsiteX17" fmla="*/ 1367170 w 1367170"/>
                <a:gd name="connsiteY17" fmla="*/ 142257 h 299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67170" h="2994344" extrusionOk="0">
                  <a:moveTo>
                    <a:pt x="1367170" y="142257"/>
                  </a:moveTo>
                  <a:lnTo>
                    <a:pt x="1367170" y="2851612"/>
                  </a:lnTo>
                  <a:cubicBezTo>
                    <a:pt x="1367170" y="2930441"/>
                    <a:pt x="1303453" y="2994345"/>
                    <a:pt x="1224855" y="2994345"/>
                  </a:cubicBezTo>
                  <a:lnTo>
                    <a:pt x="141840" y="2994345"/>
                  </a:lnTo>
                  <a:cubicBezTo>
                    <a:pt x="63427" y="2994082"/>
                    <a:pt x="0" y="2930255"/>
                    <a:pt x="0" y="2851612"/>
                  </a:cubicBezTo>
                  <a:lnTo>
                    <a:pt x="0" y="142257"/>
                  </a:lnTo>
                  <a:cubicBezTo>
                    <a:pt x="261" y="63614"/>
                    <a:pt x="63901" y="0"/>
                    <a:pt x="142315" y="0"/>
                  </a:cubicBezTo>
                  <a:lnTo>
                    <a:pt x="267836" y="0"/>
                  </a:lnTo>
                  <a:cubicBezTo>
                    <a:pt x="282298" y="-3"/>
                    <a:pt x="294025" y="11752"/>
                    <a:pt x="294028" y="26257"/>
                  </a:cubicBezTo>
                  <a:cubicBezTo>
                    <a:pt x="294028" y="26449"/>
                    <a:pt x="294026" y="26641"/>
                    <a:pt x="294022" y="26834"/>
                  </a:cubicBezTo>
                  <a:lnTo>
                    <a:pt x="294022" y="26834"/>
                  </a:lnTo>
                  <a:cubicBezTo>
                    <a:pt x="294283" y="72548"/>
                    <a:pt x="331363" y="109439"/>
                    <a:pt x="376944" y="109333"/>
                  </a:cubicBezTo>
                  <a:lnTo>
                    <a:pt x="993641" y="109333"/>
                  </a:lnTo>
                  <a:cubicBezTo>
                    <a:pt x="1039074" y="109230"/>
                    <a:pt x="1075923" y="72400"/>
                    <a:pt x="1076184" y="26834"/>
                  </a:cubicBezTo>
                  <a:lnTo>
                    <a:pt x="1076184" y="26834"/>
                  </a:lnTo>
                  <a:cubicBezTo>
                    <a:pt x="1076184" y="12314"/>
                    <a:pt x="1087892" y="528"/>
                    <a:pt x="1102370" y="476"/>
                  </a:cubicBezTo>
                  <a:lnTo>
                    <a:pt x="1225709" y="476"/>
                  </a:lnTo>
                  <a:cubicBezTo>
                    <a:pt x="1303605" y="943"/>
                    <a:pt x="1366652" y="64133"/>
                    <a:pt x="1367170" y="142257"/>
                  </a:cubicBezTo>
                  <a:close/>
                </a:path>
              </a:pathLst>
            </a:custGeom>
            <a:grpFill/>
            <a:ln w="9469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6" name="Freeform 16"/>
          <p:cNvSpPr/>
          <p:nvPr userDrawn="1"/>
        </p:nvSpPr>
        <p:spPr bwMode="auto">
          <a:xfrm>
            <a:off x="11302952" y="16795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11523579" y="189380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Рисунок 8"/>
          <p:cNvSpPr>
            <a:spLocks noGrp="1"/>
          </p:cNvSpPr>
          <p:nvPr>
            <p:ph type="pic" sz="quarter" idx="11"/>
          </p:nvPr>
        </p:nvSpPr>
        <p:spPr bwMode="auto">
          <a:xfrm>
            <a:off x="15615949" y="262941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grpSp>
        <p:nvGrpSpPr>
          <p:cNvPr id="3" name="Group 46"/>
          <p:cNvGrpSpPr/>
          <p:nvPr userDrawn="1"/>
        </p:nvGrpSpPr>
        <p:grpSpPr bwMode="auto">
          <a:xfrm>
            <a:off x="10135714" y="2327985"/>
            <a:ext cx="7401341" cy="4558908"/>
            <a:chOff x="4902604" y="891789"/>
            <a:chExt cx="5245287" cy="3224206"/>
          </a:xfrm>
        </p:grpSpPr>
        <p:sp>
          <p:nvSpPr>
            <p:cNvPr id="4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5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6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7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8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9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0" name="Picture Placeholder 36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10821890" y="2593572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  <p:grpSp>
        <p:nvGrpSpPr>
          <p:cNvPr id="11" name="Group 46"/>
          <p:cNvGrpSpPr/>
          <p:nvPr userDrawn="1"/>
        </p:nvGrpSpPr>
        <p:grpSpPr bwMode="auto">
          <a:xfrm>
            <a:off x="2262613" y="5286338"/>
            <a:ext cx="7401341" cy="4558908"/>
            <a:chOff x="4902604" y="891789"/>
            <a:chExt cx="5245287" cy="3224206"/>
          </a:xfrm>
        </p:grpSpPr>
        <p:sp>
          <p:nvSpPr>
            <p:cNvPr id="12" name="Freeform 33"/>
            <p:cNvSpPr/>
            <p:nvPr/>
          </p:nvSpPr>
          <p:spPr bwMode="auto">
            <a:xfrm>
              <a:off x="5285506" y="891789"/>
              <a:ext cx="4499104" cy="3052191"/>
            </a:xfrm>
            <a:custGeom>
              <a:avLst/>
              <a:gdLst>
                <a:gd name="connsiteX0" fmla="*/ 4499105 w 4499104"/>
                <a:gd name="connsiteY0" fmla="*/ 3052191 h 3052191"/>
                <a:gd name="connsiteX1" fmla="*/ 0 w 4499104"/>
                <a:gd name="connsiteY1" fmla="*/ 3052191 h 3052191"/>
                <a:gd name="connsiteX2" fmla="*/ 0 w 4499104"/>
                <a:gd name="connsiteY2" fmla="*/ 118829 h 3052191"/>
                <a:gd name="connsiteX3" fmla="*/ 117743 w 4499104"/>
                <a:gd name="connsiteY3" fmla="*/ 0 h 3052191"/>
                <a:gd name="connsiteX4" fmla="*/ 4382320 w 4499104"/>
                <a:gd name="connsiteY4" fmla="*/ 0 h 3052191"/>
                <a:gd name="connsiteX5" fmla="*/ 4499105 w 4499104"/>
                <a:gd name="connsiteY5" fmla="*/ 118829 h 3052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99104" h="3052191" extrusionOk="0">
                  <a:moveTo>
                    <a:pt x="4499105" y="3052191"/>
                  </a:moveTo>
                  <a:lnTo>
                    <a:pt x="0" y="3052191"/>
                  </a:lnTo>
                  <a:lnTo>
                    <a:pt x="0" y="118829"/>
                  </a:lnTo>
                  <a:cubicBezTo>
                    <a:pt x="-2" y="53574"/>
                    <a:pt x="52561" y="526"/>
                    <a:pt x="117743" y="0"/>
                  </a:cubicBezTo>
                  <a:lnTo>
                    <a:pt x="4382320" y="0"/>
                  </a:lnTo>
                  <a:cubicBezTo>
                    <a:pt x="4447126" y="1047"/>
                    <a:pt x="4499105" y="53943"/>
                    <a:pt x="4499105" y="118829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700000" scaled="0"/>
            </a:gradFill>
            <a:ln w="47798" cap="flat">
              <a:noFill/>
              <a:prstDash val="solid"/>
              <a:miter/>
            </a:ln>
            <a:effectLst>
              <a:outerShdw blurRad="965200" dist="431800" dir="5400000" algn="t" rotWithShape="0">
                <a:prstClr val="black">
                  <a:alpha val="9000"/>
                </a:prstClr>
              </a:outerShdw>
            </a:effectLst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3" name="Freeform 34"/>
            <p:cNvSpPr/>
            <p:nvPr/>
          </p:nvSpPr>
          <p:spPr bwMode="auto">
            <a:xfrm>
              <a:off x="5388891" y="1079616"/>
              <a:ext cx="4292816" cy="2703848"/>
            </a:xfrm>
            <a:custGeom>
              <a:avLst/>
              <a:gdLst>
                <a:gd name="connsiteX0" fmla="*/ 0 w 4292816"/>
                <a:gd name="connsiteY0" fmla="*/ 0 h 2703848"/>
                <a:gd name="connsiteX1" fmla="*/ 4292816 w 4292816"/>
                <a:gd name="connsiteY1" fmla="*/ 0 h 2703848"/>
                <a:gd name="connsiteX2" fmla="*/ 4292816 w 4292816"/>
                <a:gd name="connsiteY2" fmla="*/ 2703849 h 2703848"/>
                <a:gd name="connsiteX3" fmla="*/ 0 w 4292816"/>
                <a:gd name="connsiteY3" fmla="*/ 2703849 h 2703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2816" h="2703848" extrusionOk="0">
                  <a:moveTo>
                    <a:pt x="0" y="0"/>
                  </a:moveTo>
                  <a:lnTo>
                    <a:pt x="4292816" y="0"/>
                  </a:lnTo>
                  <a:lnTo>
                    <a:pt x="4292816" y="2703849"/>
                  </a:lnTo>
                  <a:lnTo>
                    <a:pt x="0" y="2703849"/>
                  </a:lnTo>
                  <a:close/>
                </a:path>
              </a:pathLst>
            </a:custGeom>
            <a:solidFill>
              <a:srgbClr val="F2F2F2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  <p:sp>
          <p:nvSpPr>
            <p:cNvPr id="14" name="Freeform 35"/>
            <p:cNvSpPr/>
            <p:nvPr/>
          </p:nvSpPr>
          <p:spPr bwMode="auto">
            <a:xfrm>
              <a:off x="4902604" y="3973208"/>
              <a:ext cx="5245286" cy="142787"/>
            </a:xfrm>
            <a:custGeom>
              <a:avLst/>
              <a:gdLst>
                <a:gd name="connsiteX0" fmla="*/ 5245286 w 5245286"/>
                <a:gd name="connsiteY0" fmla="*/ 0 h 142787"/>
                <a:gd name="connsiteX1" fmla="*/ 5245286 w 5245286"/>
                <a:gd name="connsiteY1" fmla="*/ 11021 h 142787"/>
                <a:gd name="connsiteX2" fmla="*/ 5206518 w 5245286"/>
                <a:gd name="connsiteY2" fmla="*/ 77143 h 142787"/>
                <a:gd name="connsiteX3" fmla="*/ 5034211 w 5245286"/>
                <a:gd name="connsiteY3" fmla="*/ 142787 h 142787"/>
                <a:gd name="connsiteX4" fmla="*/ 211075 w 5245286"/>
                <a:gd name="connsiteY4" fmla="*/ 142787 h 142787"/>
                <a:gd name="connsiteX5" fmla="*/ 38290 w 5245286"/>
                <a:gd name="connsiteY5" fmla="*/ 77143 h 142787"/>
                <a:gd name="connsiteX6" fmla="*/ 0 w 5245286"/>
                <a:gd name="connsiteY6" fmla="*/ 11021 h 142787"/>
                <a:gd name="connsiteX7" fmla="*/ 0 w 5245286"/>
                <a:gd name="connsiteY7" fmla="*/ 0 h 14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5286" h="142787" extrusionOk="0">
                  <a:moveTo>
                    <a:pt x="5245286" y="0"/>
                  </a:moveTo>
                  <a:lnTo>
                    <a:pt x="5245286" y="11021"/>
                  </a:lnTo>
                  <a:cubicBezTo>
                    <a:pt x="5242702" y="37700"/>
                    <a:pt x="5228534" y="61892"/>
                    <a:pt x="5206518" y="77143"/>
                  </a:cubicBezTo>
                  <a:cubicBezTo>
                    <a:pt x="5157028" y="115979"/>
                    <a:pt x="5096960" y="138868"/>
                    <a:pt x="5034211" y="142787"/>
                  </a:cubicBezTo>
                  <a:lnTo>
                    <a:pt x="211075" y="142787"/>
                  </a:lnTo>
                  <a:cubicBezTo>
                    <a:pt x="148200" y="138786"/>
                    <a:pt x="87988" y="115907"/>
                    <a:pt x="38290" y="77143"/>
                  </a:cubicBezTo>
                  <a:cubicBezTo>
                    <a:pt x="16552" y="61705"/>
                    <a:pt x="2581" y="37575"/>
                    <a:pt x="0" y="110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5" name="Freeform 36"/>
            <p:cNvSpPr/>
            <p:nvPr/>
          </p:nvSpPr>
          <p:spPr bwMode="auto">
            <a:xfrm>
              <a:off x="4902605" y="3943980"/>
              <a:ext cx="5245286" cy="106371"/>
            </a:xfrm>
            <a:custGeom>
              <a:avLst/>
              <a:gdLst>
                <a:gd name="connsiteX0" fmla="*/ 5245286 w 5245286"/>
                <a:gd name="connsiteY0" fmla="*/ 20124 h 106371"/>
                <a:gd name="connsiteX1" fmla="*/ 5245286 w 5245286"/>
                <a:gd name="connsiteY1" fmla="*/ 40249 h 106371"/>
                <a:gd name="connsiteX2" fmla="*/ 5206518 w 5245286"/>
                <a:gd name="connsiteY2" fmla="*/ 106371 h 106371"/>
                <a:gd name="connsiteX3" fmla="*/ 38290 w 5245286"/>
                <a:gd name="connsiteY3" fmla="*/ 106371 h 106371"/>
                <a:gd name="connsiteX4" fmla="*/ 0 w 5245286"/>
                <a:gd name="connsiteY4" fmla="*/ 40249 h 106371"/>
                <a:gd name="connsiteX5" fmla="*/ 0 w 5245286"/>
                <a:gd name="connsiteY5" fmla="*/ 20124 h 106371"/>
                <a:gd name="connsiteX6" fmla="*/ 20102 w 5245286"/>
                <a:gd name="connsiteY6" fmla="*/ 0 h 106371"/>
                <a:gd name="connsiteX7" fmla="*/ 5225184 w 5245286"/>
                <a:gd name="connsiteY7" fmla="*/ 0 h 106371"/>
                <a:gd name="connsiteX8" fmla="*/ 5245286 w 5245286"/>
                <a:gd name="connsiteY8" fmla="*/ 20124 h 10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245286" h="106371" extrusionOk="0">
                  <a:moveTo>
                    <a:pt x="5245286" y="20124"/>
                  </a:moveTo>
                  <a:lnTo>
                    <a:pt x="5245286" y="40249"/>
                  </a:lnTo>
                  <a:cubicBezTo>
                    <a:pt x="5242702" y="66928"/>
                    <a:pt x="5228534" y="91120"/>
                    <a:pt x="5206518" y="106371"/>
                  </a:cubicBezTo>
                  <a:lnTo>
                    <a:pt x="38290" y="106371"/>
                  </a:lnTo>
                  <a:cubicBezTo>
                    <a:pt x="16552" y="90933"/>
                    <a:pt x="2581" y="66803"/>
                    <a:pt x="0" y="40249"/>
                  </a:cubicBezTo>
                  <a:lnTo>
                    <a:pt x="0" y="20124"/>
                  </a:lnTo>
                  <a:cubicBezTo>
                    <a:pt x="0" y="9008"/>
                    <a:pt x="9000" y="0"/>
                    <a:pt x="20102" y="0"/>
                  </a:cubicBezTo>
                  <a:lnTo>
                    <a:pt x="5225184" y="0"/>
                  </a:lnTo>
                  <a:cubicBezTo>
                    <a:pt x="5236288" y="0"/>
                    <a:pt x="5245286" y="9008"/>
                    <a:pt x="5245286" y="20124"/>
                  </a:cubicBezTo>
                  <a:close/>
                </a:path>
              </a:pathLst>
            </a:custGeom>
            <a:solidFill>
              <a:srgbClr val="ECECEC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6" name="Freeform 37"/>
            <p:cNvSpPr/>
            <p:nvPr/>
          </p:nvSpPr>
          <p:spPr bwMode="auto">
            <a:xfrm>
              <a:off x="7145891" y="3945085"/>
              <a:ext cx="777292" cy="51269"/>
            </a:xfrm>
            <a:custGeom>
              <a:avLst/>
              <a:gdLst>
                <a:gd name="connsiteX0" fmla="*/ 478628 w 777292"/>
                <a:gd name="connsiteY0" fmla="*/ 0 h 51269"/>
                <a:gd name="connsiteX1" fmla="*/ 0 w 777292"/>
                <a:gd name="connsiteY1" fmla="*/ 0 h 51269"/>
                <a:gd name="connsiteX2" fmla="*/ 55999 w 777292"/>
                <a:gd name="connsiteY2" fmla="*/ 51269 h 51269"/>
                <a:gd name="connsiteX3" fmla="*/ 721771 w 777292"/>
                <a:gd name="connsiteY3" fmla="*/ 51269 h 51269"/>
                <a:gd name="connsiteX4" fmla="*/ 777292 w 777292"/>
                <a:gd name="connsiteY4" fmla="*/ 0 h 5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7292" h="51269" extrusionOk="0">
                  <a:moveTo>
                    <a:pt x="478628" y="0"/>
                  </a:moveTo>
                  <a:lnTo>
                    <a:pt x="0" y="0"/>
                  </a:lnTo>
                  <a:cubicBezTo>
                    <a:pt x="2494" y="29075"/>
                    <a:pt x="26846" y="51375"/>
                    <a:pt x="55999" y="51269"/>
                  </a:cubicBezTo>
                  <a:lnTo>
                    <a:pt x="721771" y="51269"/>
                  </a:lnTo>
                  <a:cubicBezTo>
                    <a:pt x="750738" y="51125"/>
                    <a:pt x="774818" y="28893"/>
                    <a:pt x="777292" y="0"/>
                  </a:cubicBezTo>
                  <a:close/>
                </a:path>
              </a:pathLst>
            </a:custGeom>
            <a:solidFill>
              <a:srgbClr val="D6D6D6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>
                <a:defRPr/>
              </a:pPr>
              <a:endParaRPr lang="en-US" sz="2900">
                <a:latin typeface="Tinkoff Sans"/>
              </a:endParaRPr>
            </a:p>
          </p:txBody>
        </p:sp>
        <p:sp>
          <p:nvSpPr>
            <p:cNvPr id="17" name="Freeform 40"/>
            <p:cNvSpPr/>
            <p:nvPr/>
          </p:nvSpPr>
          <p:spPr bwMode="auto">
            <a:xfrm>
              <a:off x="7519743" y="955995"/>
              <a:ext cx="63178" cy="63247"/>
            </a:xfrm>
            <a:custGeom>
              <a:avLst/>
              <a:gdLst>
                <a:gd name="connsiteX0" fmla="*/ 63179 w 63178"/>
                <a:gd name="connsiteY0" fmla="*/ 31624 h 63247"/>
                <a:gd name="connsiteX1" fmla="*/ 31589 w 63178"/>
                <a:gd name="connsiteY1" fmla="*/ 63248 h 63247"/>
                <a:gd name="connsiteX2" fmla="*/ 0 w 63178"/>
                <a:gd name="connsiteY2" fmla="*/ 31624 h 63247"/>
                <a:gd name="connsiteX3" fmla="*/ 31589 w 63178"/>
                <a:gd name="connsiteY3" fmla="*/ 0 h 63247"/>
                <a:gd name="connsiteX4" fmla="*/ 63179 w 63178"/>
                <a:gd name="connsiteY4" fmla="*/ 31624 h 63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78" h="63247" extrusionOk="0">
                  <a:moveTo>
                    <a:pt x="63179" y="31624"/>
                  </a:moveTo>
                  <a:cubicBezTo>
                    <a:pt x="63179" y="49089"/>
                    <a:pt x="49035" y="63248"/>
                    <a:pt x="31589" y="63248"/>
                  </a:cubicBezTo>
                  <a:cubicBezTo>
                    <a:pt x="14143" y="63248"/>
                    <a:pt x="0" y="49089"/>
                    <a:pt x="0" y="31624"/>
                  </a:cubicBezTo>
                  <a:cubicBezTo>
                    <a:pt x="0" y="14158"/>
                    <a:pt x="14143" y="0"/>
                    <a:pt x="31589" y="0"/>
                  </a:cubicBezTo>
                  <a:cubicBezTo>
                    <a:pt x="48930" y="257"/>
                    <a:pt x="62920" y="14266"/>
                    <a:pt x="63179" y="31624"/>
                  </a:cubicBezTo>
                  <a:close/>
                </a:path>
              </a:pathLst>
            </a:custGeom>
            <a:solidFill>
              <a:srgbClr val="FFFFFF"/>
            </a:solidFill>
            <a:ln w="47798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 sz="2900" b="0" i="0">
                <a:latin typeface="Tinkoff Sans"/>
              </a:endParaRPr>
            </a:p>
          </p:txBody>
        </p:sp>
      </p:grpSp>
      <p:sp>
        <p:nvSpPr>
          <p:cNvPr id="18" name="Picture Placeholder 36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2948789" y="5551925"/>
            <a:ext cx="6057363" cy="3823142"/>
          </a:xfrm>
          <a:custGeom>
            <a:avLst/>
            <a:gdLst>
              <a:gd name="connsiteX0" fmla="*/ 0 w 3729998"/>
              <a:gd name="connsiteY0" fmla="*/ 0 h 2349356"/>
              <a:gd name="connsiteX1" fmla="*/ 3729998 w 3729998"/>
              <a:gd name="connsiteY1" fmla="*/ 0 h 2349356"/>
              <a:gd name="connsiteX2" fmla="*/ 3729998 w 3729998"/>
              <a:gd name="connsiteY2" fmla="*/ 2349356 h 2349356"/>
              <a:gd name="connsiteX3" fmla="*/ 0 w 3729998"/>
              <a:gd name="connsiteY3" fmla="*/ 2349356 h 234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29998" h="2349356" extrusionOk="0">
                <a:moveTo>
                  <a:pt x="0" y="0"/>
                </a:moveTo>
                <a:lnTo>
                  <a:pt x="3729998" y="0"/>
                </a:lnTo>
                <a:lnTo>
                  <a:pt x="3729998" y="2349356"/>
                </a:lnTo>
                <a:lnTo>
                  <a:pt x="0" y="2349356"/>
                </a:lnTo>
                <a:close/>
              </a:path>
            </a:pathLst>
          </a:custGeom>
          <a:solidFill>
            <a:schemeClr val="accent6"/>
          </a:solidFill>
          <a:effectLst>
            <a:innerShdw blurRad="127000">
              <a:prstClr val="black">
                <a:alpha val="30000"/>
              </a:prstClr>
            </a:innerShdw>
          </a:effectLst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>
              <a:defRPr/>
            </a:pPr>
            <a:r>
              <a:rPr lang="ru-RU"/>
              <a:t>Вставить изображение</a:t>
            </a:r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3" name="Rectangle 112"/>
          <p:cNvSpPr/>
          <p:nvPr userDrawn="1"/>
        </p:nvSpPr>
        <p:spPr bwMode="auto">
          <a:xfrm>
            <a:off x="8700189" y="11520"/>
            <a:ext cx="4291596" cy="79683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4" name="Freeform 16"/>
          <p:cNvSpPr/>
          <p:nvPr userDrawn="1"/>
        </p:nvSpPr>
        <p:spPr bwMode="auto">
          <a:xfrm>
            <a:off x="7352744" y="5410269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5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73371" y="562455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11362658" y="2026990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4"/>
          </p:nvPr>
        </p:nvSpPr>
        <p:spPr bwMode="auto">
          <a:xfrm>
            <a:off x="11583285" y="2241275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  <p:sp>
        <p:nvSpPr>
          <p:cNvPr id="8" name="Freeform 16"/>
          <p:cNvSpPr/>
          <p:nvPr userDrawn="1"/>
        </p:nvSpPr>
        <p:spPr bwMode="auto">
          <a:xfrm>
            <a:off x="15392950" y="-1466018"/>
            <a:ext cx="3451120" cy="7065487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5"/>
          </p:nvPr>
        </p:nvSpPr>
        <p:spPr bwMode="auto">
          <a:xfrm>
            <a:off x="15613577" y="-1251733"/>
            <a:ext cx="3009867" cy="6636916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Rectangle: Rounded Corners 5"/>
          <p:cNvSpPr/>
          <p:nvPr userDrawn="1"/>
        </p:nvSpPr>
        <p:spPr bwMode="auto">
          <a:xfrm>
            <a:off x="11310047" y="5643658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9" name="Rectangle: Rounded Corners 5"/>
          <p:cNvSpPr/>
          <p:nvPr userDrawn="1"/>
        </p:nvSpPr>
        <p:spPr bwMode="auto">
          <a:xfrm>
            <a:off x="11310047" y="2088982"/>
            <a:ext cx="3410403" cy="3427507"/>
          </a:xfrm>
          <a:prstGeom prst="roundRect">
            <a:avLst>
              <a:gd name="adj" fmla="val 9455"/>
            </a:avLst>
          </a:prstGeom>
          <a:solidFill>
            <a:schemeClr val="accent3"/>
          </a:solidFill>
          <a:ln>
            <a:noFill/>
          </a:ln>
          <a:effectLst>
            <a:outerShdw blurRad="838200" dist="381000" dir="5400000" sx="95000" sy="95000" algn="t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  <p:sp>
        <p:nvSpPr>
          <p:cNvPr id="6" name="Freeform 16"/>
          <p:cNvSpPr/>
          <p:nvPr userDrawn="1"/>
        </p:nvSpPr>
        <p:spPr bwMode="auto">
          <a:xfrm>
            <a:off x="7282744" y="1427270"/>
            <a:ext cx="4131146" cy="8457709"/>
          </a:xfrm>
          <a:custGeom>
            <a:avLst/>
            <a:gdLst>
              <a:gd name="connsiteX0" fmla="*/ 238425 w 1560243"/>
              <a:gd name="connsiteY0" fmla="*/ 0 h 3187700"/>
              <a:gd name="connsiteX1" fmla="*/ 1321819 w 1560243"/>
              <a:gd name="connsiteY1" fmla="*/ 0 h 3187700"/>
              <a:gd name="connsiteX2" fmla="*/ 1560244 w 1560243"/>
              <a:gd name="connsiteY2" fmla="*/ 239125 h 3187700"/>
              <a:gd name="connsiteX3" fmla="*/ 1560244 w 1560243"/>
              <a:gd name="connsiteY3" fmla="*/ 2948480 h 3187700"/>
              <a:gd name="connsiteX4" fmla="*/ 1321914 w 1560243"/>
              <a:gd name="connsiteY4" fmla="*/ 3187700 h 3187700"/>
              <a:gd name="connsiteX5" fmla="*/ 1321819 w 1560243"/>
              <a:gd name="connsiteY5" fmla="*/ 3187700 h 3187700"/>
              <a:gd name="connsiteX6" fmla="*/ 238425 w 1560243"/>
              <a:gd name="connsiteY6" fmla="*/ 3187700 h 3187700"/>
              <a:gd name="connsiteX7" fmla="*/ 0 w 1560243"/>
              <a:gd name="connsiteY7" fmla="*/ 2948480 h 3187700"/>
              <a:gd name="connsiteX8" fmla="*/ 0 w 1560243"/>
              <a:gd name="connsiteY8" fmla="*/ 239220 h 3187700"/>
              <a:gd name="connsiteX9" fmla="*/ 238425 w 1560243"/>
              <a:gd name="connsiteY9" fmla="*/ 0 h 318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60243" h="3187700" extrusionOk="0">
                <a:moveTo>
                  <a:pt x="238425" y="0"/>
                </a:moveTo>
                <a:lnTo>
                  <a:pt x="1321819" y="0"/>
                </a:lnTo>
                <a:cubicBezTo>
                  <a:pt x="1453497" y="0"/>
                  <a:pt x="1560244" y="107060"/>
                  <a:pt x="1560244" y="239125"/>
                </a:cubicBezTo>
                <a:lnTo>
                  <a:pt x="1560244" y="2948480"/>
                </a:lnTo>
                <a:cubicBezTo>
                  <a:pt x="1560296" y="3080545"/>
                  <a:pt x="1453592" y="3187647"/>
                  <a:pt x="1321914" y="3187700"/>
                </a:cubicBezTo>
                <a:cubicBezTo>
                  <a:pt x="1321882" y="3187700"/>
                  <a:pt x="1321851" y="3187700"/>
                  <a:pt x="1321819" y="3187700"/>
                </a:cubicBezTo>
                <a:lnTo>
                  <a:pt x="238425" y="3187700"/>
                </a:lnTo>
                <a:cubicBezTo>
                  <a:pt x="106731" y="3187648"/>
                  <a:pt x="0" y="3080560"/>
                  <a:pt x="0" y="2948480"/>
                </a:cubicBezTo>
                <a:lnTo>
                  <a:pt x="0" y="239220"/>
                </a:lnTo>
                <a:cubicBezTo>
                  <a:pt x="0" y="107140"/>
                  <a:pt x="106731" y="53"/>
                  <a:pt x="238425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2700000" scaled="0"/>
          </a:gradFill>
          <a:ln w="9469" cap="flat">
            <a:noFill/>
            <a:prstDash val="solid"/>
            <a:miter/>
          </a:ln>
        </p:spPr>
        <p:txBody>
          <a:bodyPr rtlCol="0" anchor="ctr"/>
          <a:lstStyle/>
          <a:p>
            <a:pPr lvl="0">
              <a:defRPr/>
            </a:pPr>
            <a:endParaRPr lang="en-US" sz="2900">
              <a:latin typeface="Tinkoff Sans"/>
            </a:endParaRPr>
          </a:p>
        </p:txBody>
      </p:sp>
      <p:sp>
        <p:nvSpPr>
          <p:cNvPr id="7" name="Рисунок 8"/>
          <p:cNvSpPr>
            <a:spLocks noGrp="1"/>
          </p:cNvSpPr>
          <p:nvPr>
            <p:ph type="pic" sz="quarter" idx="10"/>
          </p:nvPr>
        </p:nvSpPr>
        <p:spPr bwMode="auto">
          <a:xfrm>
            <a:off x="7546843" y="1683779"/>
            <a:ext cx="3602948" cy="7944690"/>
          </a:xfrm>
          <a:prstGeom prst="roundRect">
            <a:avLst>
              <a:gd name="adj" fmla="val 9846"/>
            </a:avLst>
          </a:prstGeom>
          <a:solidFill>
            <a:schemeClr val="accent6"/>
          </a:solidFill>
          <a:ln w="38100" cap="flat">
            <a:noFill/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>
            <a:lvl1pPr algn="ctr">
              <a:defRPr lang="ru-RU" sz="2400">
                <a:ln>
                  <a:noFill/>
                </a:ln>
                <a:solidFill>
                  <a:schemeClr val="accent6"/>
                </a:solidFill>
              </a:defRPr>
            </a:lvl1pPr>
          </a:lstStyle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endParaRPr lang="ru-RU"/>
          </a:p>
          <a:p>
            <a:pPr lvl="0" defTabSz="457200">
              <a:lnSpc>
                <a:spcPct val="100000"/>
              </a:lnSpc>
              <a:spcBef>
                <a:spcPts val="0"/>
              </a:spcBef>
              <a:buSzTx/>
              <a:buFontTx/>
              <a:defRPr/>
            </a:pPr>
            <a:r>
              <a:rPr lang="ru-RU"/>
              <a:t>Вставка рисунка</a:t>
            </a: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5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9899650" y="2"/>
            <a:ext cx="9899650" cy="11160125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 extrusionOk="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noFill/>
          <a:effectLst/>
        </p:spPr>
        <p:txBody>
          <a:bodyPr wrap="square">
            <a:noAutofit/>
          </a:bodyPr>
          <a:lstStyle>
            <a:lvl1pPr marL="0" marR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>
                <a:noFill/>
              </a:defRPr>
            </a:lvl1pPr>
          </a:lstStyle>
          <a:p>
            <a:pPr marL="0" marR="0" lvl="0" indent="0" algn="l" defTabSz="148479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en-US"/>
              <a:t>Image Placeholder</a:t>
            </a:r>
            <a:endParaRPr/>
          </a:p>
          <a:p>
            <a:pPr>
              <a:defRPr/>
            </a:pPr>
            <a:endParaRPr lang="en-US"/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_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7" name="Рисунок 91"/>
          <p:cNvSpPr>
            <a:spLocks noGrp="1"/>
          </p:cNvSpPr>
          <p:nvPr>
            <p:ph type="pic" sz="quarter" idx="21"/>
          </p:nvPr>
        </p:nvSpPr>
        <p:spPr bwMode="auto">
          <a:xfrm>
            <a:off x="5609830" y="7961429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8" name="Рисунок 91"/>
          <p:cNvSpPr>
            <a:spLocks noGrp="1"/>
          </p:cNvSpPr>
          <p:nvPr>
            <p:ph type="pic" sz="quarter" idx="22"/>
          </p:nvPr>
        </p:nvSpPr>
        <p:spPr bwMode="auto">
          <a:xfrm>
            <a:off x="4362352" y="5629177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9" name="Рисунок 91"/>
          <p:cNvSpPr>
            <a:spLocks noGrp="1"/>
          </p:cNvSpPr>
          <p:nvPr>
            <p:ph type="pic" sz="quarter" idx="23"/>
          </p:nvPr>
        </p:nvSpPr>
        <p:spPr bwMode="auto">
          <a:xfrm>
            <a:off x="5598245" y="3134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Рисунок 91"/>
          <p:cNvSpPr>
            <a:spLocks noGrp="1"/>
          </p:cNvSpPr>
          <p:nvPr>
            <p:ph type="pic" sz="quarter" idx="24"/>
          </p:nvPr>
        </p:nvSpPr>
        <p:spPr bwMode="auto">
          <a:xfrm>
            <a:off x="13921684" y="5630233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1" name="Рисунок 91"/>
          <p:cNvSpPr>
            <a:spLocks noGrp="1"/>
          </p:cNvSpPr>
          <p:nvPr>
            <p:ph type="pic" sz="quarter" idx="25"/>
          </p:nvPr>
        </p:nvSpPr>
        <p:spPr bwMode="auto">
          <a:xfrm>
            <a:off x="12544720" y="3135540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2" name="Рисунок 91"/>
          <p:cNvSpPr>
            <a:spLocks noGrp="1"/>
          </p:cNvSpPr>
          <p:nvPr>
            <p:ph type="pic" sz="quarter" idx="26"/>
          </p:nvPr>
        </p:nvSpPr>
        <p:spPr bwMode="auto">
          <a:xfrm>
            <a:off x="12556302" y="7962486"/>
            <a:ext cx="1235896" cy="12384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4111862" y="3134481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SzTx/>
              <a:buFontTx/>
              <a:buNone/>
              <a:defRPr sz="1750"/>
            </a:lvl1pPr>
            <a:lvl2pPr marL="914219" indent="-171416">
              <a:buFontTx/>
              <a:defRPr sz="1750"/>
            </a:lvl2pPr>
            <a:lvl3pPr marL="1688192" indent="-202584">
              <a:buFontTx/>
              <a:defRPr sz="1750"/>
            </a:lvl3pPr>
            <a:lvl4pPr marL="2458939" indent="-230524">
              <a:buFontTx/>
              <a:defRPr sz="1750"/>
            </a:lvl4pPr>
            <a:lvl5pPr marL="3201744" indent="-230524">
              <a:buFontTx/>
              <a:defRPr sz="1750"/>
            </a:lvl5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764" name="Текст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5447895" y="5582374"/>
            <a:ext cx="3587374" cy="1473098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 выполнить важные задания по разработке</a:t>
            </a:r>
          </a:p>
        </p:txBody>
      </p:sp>
      <p:sp>
        <p:nvSpPr>
          <p:cNvPr id="765" name="Текст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11862" y="7961162"/>
            <a:ext cx="3943750" cy="1144176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12513" defTabSz="449939">
              <a:lnSpc>
                <a:spcPct val="132000"/>
              </a:lnSpc>
              <a:spcBef>
                <a:spcPts val="591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 и место обучения кадров позволяет</a:t>
            </a:r>
          </a:p>
        </p:txBody>
      </p:sp>
      <p:sp>
        <p:nvSpPr>
          <p:cNvPr id="766" name="Текст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124962" y="3134481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7" name="Текст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18034" y="5631524"/>
            <a:ext cx="3553995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 и место обучения кадров позволяет</a:t>
            </a:r>
          </a:p>
        </p:txBody>
      </p:sp>
      <p:sp>
        <p:nvSpPr>
          <p:cNvPr id="768" name="Текст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124962" y="7961235"/>
            <a:ext cx="4142024" cy="1233747"/>
          </a:xfrm>
          <a:prstGeom prst="rect">
            <a:avLst/>
          </a:prstGeom>
        </p:spPr>
        <p:txBody>
          <a:bodyPr>
            <a:noAutofit/>
          </a:bodyPr>
          <a:lstStyle>
            <a:lvl1pPr marL="0" marR="5004" indent="364137" algn="r">
              <a:lnSpc>
                <a:spcPct val="132000"/>
              </a:lnSpc>
              <a:spcBef>
                <a:spcPts val="0"/>
              </a:spcBef>
              <a:buSzTx/>
              <a:buFontTx/>
              <a:buNone/>
              <a:defRPr sz="1650">
                <a:solidFill>
                  <a:srgbClr val="757675"/>
                </a:solidFill>
              </a:defRPr>
            </a:lvl1pPr>
          </a:lstStyle>
          <a:p>
            <a:pPr>
              <a:defRPr/>
            </a:pPr>
            <a:r>
              <a:t>Разнообразный и богатый опыт рамки</a:t>
            </a:r>
            <a:br>
              <a:rPr/>
            </a:br>
            <a:r>
              <a:t>и место обучения кадров позволяет</a:t>
            </a:r>
          </a:p>
        </p:txBody>
      </p:sp>
      <p:sp>
        <p:nvSpPr>
          <p:cNvPr id="769" name="Заголовок слайда вашей презентации"/>
          <p:cNvSpPr txBox="1">
            <a:spLocks noGrp="1"/>
          </p:cNvSpPr>
          <p:nvPr>
            <p:ph type="title" hasCustomPrompt="1"/>
          </p:nvPr>
        </p:nvSpPr>
        <p:spPr bwMode="auto">
          <a:xfrm>
            <a:off x="1363566" y="643293"/>
            <a:ext cx="17106569" cy="1119597"/>
          </a:xfrm>
          <a:prstGeom prst="rect">
            <a:avLst/>
          </a:prstGeom>
        </p:spPr>
        <p:txBody>
          <a:bodyPr/>
          <a:lstStyle>
            <a:lvl1pPr indent="23775" algn="ctr">
              <a:lnSpc>
                <a:spcPct val="100000"/>
              </a:lnSpc>
              <a:spcBef>
                <a:spcPts val="97"/>
              </a:spcBef>
            </a:lvl1pPr>
          </a:lstStyle>
          <a:p>
            <a:pPr>
              <a:defRPr/>
            </a:pPr>
            <a:r>
              <a:t>Заголовок слайда вашей презентации</a:t>
            </a:r>
          </a:p>
        </p:txBody>
      </p:sp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17_Пользовательский маке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8_Пользовательский макет">
    <p:bg>
      <p:bgPr>
        <a:solidFill>
          <a:srgbClr val="FFFFFF">
            <a:alpha val="77000"/>
          </a:srgb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/>
          </p:nvPr>
        </p:nvSpPr>
        <p:spPr bwMode="auto">
          <a:xfrm>
            <a:off x="6432884" y="0"/>
            <a:ext cx="6858000" cy="11160125"/>
          </a:xfrm>
          <a:custGeom>
            <a:avLst/>
            <a:gdLst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5958011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0 w 7188200"/>
              <a:gd name="connsiteY0" fmla="*/ 1230189 h 11160125"/>
              <a:gd name="connsiteX1" fmla="*/ 1230189 w 7188200"/>
              <a:gd name="connsiteY1" fmla="*/ 0 h 11160125"/>
              <a:gd name="connsiteX2" fmla="*/ 7145127 w 7188200"/>
              <a:gd name="connsiteY2" fmla="*/ 0 h 11160125"/>
              <a:gd name="connsiteX3" fmla="*/ 7188200 w 7188200"/>
              <a:gd name="connsiteY3" fmla="*/ 1230189 h 11160125"/>
              <a:gd name="connsiteX4" fmla="*/ 7188200 w 7188200"/>
              <a:gd name="connsiteY4" fmla="*/ 9929936 h 11160125"/>
              <a:gd name="connsiteX5" fmla="*/ 5958011 w 7188200"/>
              <a:gd name="connsiteY5" fmla="*/ 11160125 h 11160125"/>
              <a:gd name="connsiteX6" fmla="*/ 1230189 w 7188200"/>
              <a:gd name="connsiteY6" fmla="*/ 11160125 h 11160125"/>
              <a:gd name="connsiteX7" fmla="*/ 0 w 7188200"/>
              <a:gd name="connsiteY7" fmla="*/ 9929936 h 11160125"/>
              <a:gd name="connsiteX8" fmla="*/ 0 w 7188200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48126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9929936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09295"/>
              <a:gd name="connsiteY0" fmla="*/ 1230189 h 11160125"/>
              <a:gd name="connsiteX1" fmla="*/ 0 w 7209295"/>
              <a:gd name="connsiteY1" fmla="*/ 0 h 11160125"/>
              <a:gd name="connsiteX2" fmla="*/ 7166222 w 7209295"/>
              <a:gd name="connsiteY2" fmla="*/ 0 h 11160125"/>
              <a:gd name="connsiteX3" fmla="*/ 7209295 w 7209295"/>
              <a:gd name="connsiteY3" fmla="*/ 1230189 h 11160125"/>
              <a:gd name="connsiteX4" fmla="*/ 7209295 w 7209295"/>
              <a:gd name="connsiteY4" fmla="*/ 11133093 h 11160125"/>
              <a:gd name="connsiteX5" fmla="*/ 5979106 w 7209295"/>
              <a:gd name="connsiteY5" fmla="*/ 11160125 h 11160125"/>
              <a:gd name="connsiteX6" fmla="*/ 1251284 w 7209295"/>
              <a:gd name="connsiteY6" fmla="*/ 11160125 h 11160125"/>
              <a:gd name="connsiteX7" fmla="*/ 21095 w 7209295"/>
              <a:gd name="connsiteY7" fmla="*/ 9929936 h 11160125"/>
              <a:gd name="connsiteX8" fmla="*/ 21095 w 7209295"/>
              <a:gd name="connsiteY8" fmla="*/ 1230189 h 11160125"/>
              <a:gd name="connsiteX0" fmla="*/ 21095 w 7216098"/>
              <a:gd name="connsiteY0" fmla="*/ 1230189 h 11160125"/>
              <a:gd name="connsiteX1" fmla="*/ 0 w 7216098"/>
              <a:gd name="connsiteY1" fmla="*/ 0 h 11160125"/>
              <a:gd name="connsiteX2" fmla="*/ 7216098 w 7216098"/>
              <a:gd name="connsiteY2" fmla="*/ 5542 h 11160125"/>
              <a:gd name="connsiteX3" fmla="*/ 7209295 w 7216098"/>
              <a:gd name="connsiteY3" fmla="*/ 1230189 h 11160125"/>
              <a:gd name="connsiteX4" fmla="*/ 7209295 w 7216098"/>
              <a:gd name="connsiteY4" fmla="*/ 11133093 h 11160125"/>
              <a:gd name="connsiteX5" fmla="*/ 5979106 w 7216098"/>
              <a:gd name="connsiteY5" fmla="*/ 11160125 h 11160125"/>
              <a:gd name="connsiteX6" fmla="*/ 1251284 w 7216098"/>
              <a:gd name="connsiteY6" fmla="*/ 11160125 h 11160125"/>
              <a:gd name="connsiteX7" fmla="*/ 21095 w 7216098"/>
              <a:gd name="connsiteY7" fmla="*/ 9929936 h 11160125"/>
              <a:gd name="connsiteX8" fmla="*/ 21095 w 7216098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239709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929936 h 11160125"/>
              <a:gd name="connsiteX8" fmla="*/ 9520 w 7204523"/>
              <a:gd name="connsiteY8" fmla="*/ 1230189 h 11160125"/>
              <a:gd name="connsiteX0" fmla="*/ 9520 w 7204523"/>
              <a:gd name="connsiteY0" fmla="*/ 1230189 h 11160125"/>
              <a:gd name="connsiteX1" fmla="*/ 0 w 7204523"/>
              <a:gd name="connsiteY1" fmla="*/ 0 h 11160125"/>
              <a:gd name="connsiteX2" fmla="*/ 7204523 w 7204523"/>
              <a:gd name="connsiteY2" fmla="*/ 5542 h 11160125"/>
              <a:gd name="connsiteX3" fmla="*/ 7197720 w 7204523"/>
              <a:gd name="connsiteY3" fmla="*/ 1230189 h 11160125"/>
              <a:gd name="connsiteX4" fmla="*/ 7197720 w 7204523"/>
              <a:gd name="connsiteY4" fmla="*/ 11133093 h 11160125"/>
              <a:gd name="connsiteX5" fmla="*/ 5967531 w 7204523"/>
              <a:gd name="connsiteY5" fmla="*/ 11160125 h 11160125"/>
              <a:gd name="connsiteX6" fmla="*/ 1568321 w 7204523"/>
              <a:gd name="connsiteY6" fmla="*/ 11160125 h 11160125"/>
              <a:gd name="connsiteX7" fmla="*/ 9520 w 7204523"/>
              <a:gd name="connsiteY7" fmla="*/ 9712059 h 11160125"/>
              <a:gd name="connsiteX8" fmla="*/ 9520 w 7204523"/>
              <a:gd name="connsiteY8" fmla="*/ 1230189 h 11160125"/>
              <a:gd name="connsiteX0" fmla="*/ 14288 w 7209291"/>
              <a:gd name="connsiteY0" fmla="*/ 1230189 h 11160125"/>
              <a:gd name="connsiteX1" fmla="*/ 4768 w 7209291"/>
              <a:gd name="connsiteY1" fmla="*/ 0 h 11160125"/>
              <a:gd name="connsiteX2" fmla="*/ 7209291 w 7209291"/>
              <a:gd name="connsiteY2" fmla="*/ 5542 h 11160125"/>
              <a:gd name="connsiteX3" fmla="*/ 7202488 w 7209291"/>
              <a:gd name="connsiteY3" fmla="*/ 1230189 h 11160125"/>
              <a:gd name="connsiteX4" fmla="*/ 7202488 w 7209291"/>
              <a:gd name="connsiteY4" fmla="*/ 11133093 h 11160125"/>
              <a:gd name="connsiteX5" fmla="*/ 5972299 w 7209291"/>
              <a:gd name="connsiteY5" fmla="*/ 11160125 h 11160125"/>
              <a:gd name="connsiteX6" fmla="*/ 1573089 w 7209291"/>
              <a:gd name="connsiteY6" fmla="*/ 11160125 h 11160125"/>
              <a:gd name="connsiteX7" fmla="*/ 0 w 7209291"/>
              <a:gd name="connsiteY7" fmla="*/ 9260743 h 11160125"/>
              <a:gd name="connsiteX8" fmla="*/ 14288 w 7209291"/>
              <a:gd name="connsiteY8" fmla="*/ 1230189 h 11160125"/>
              <a:gd name="connsiteX0" fmla="*/ 14454 w 7209457"/>
              <a:gd name="connsiteY0" fmla="*/ 1230189 h 11160125"/>
              <a:gd name="connsiteX1" fmla="*/ 4934 w 7209457"/>
              <a:gd name="connsiteY1" fmla="*/ 0 h 11160125"/>
              <a:gd name="connsiteX2" fmla="*/ 7209457 w 7209457"/>
              <a:gd name="connsiteY2" fmla="*/ 5542 h 11160125"/>
              <a:gd name="connsiteX3" fmla="*/ 7202654 w 7209457"/>
              <a:gd name="connsiteY3" fmla="*/ 1230189 h 11160125"/>
              <a:gd name="connsiteX4" fmla="*/ 7202654 w 7209457"/>
              <a:gd name="connsiteY4" fmla="*/ 11133093 h 11160125"/>
              <a:gd name="connsiteX5" fmla="*/ 5972465 w 7209457"/>
              <a:gd name="connsiteY5" fmla="*/ 11160125 h 11160125"/>
              <a:gd name="connsiteX6" fmla="*/ 1573255 w 7209457"/>
              <a:gd name="connsiteY6" fmla="*/ 11160125 h 11160125"/>
              <a:gd name="connsiteX7" fmla="*/ 166 w 7209457"/>
              <a:gd name="connsiteY7" fmla="*/ 9260743 h 11160125"/>
              <a:gd name="connsiteX8" fmla="*/ 14454 w 7209457"/>
              <a:gd name="connsiteY8" fmla="*/ 1230189 h 1116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09457" h="11160125" extrusionOk="0">
                <a:moveTo>
                  <a:pt x="14454" y="1230189"/>
                </a:moveTo>
                <a:cubicBezTo>
                  <a:pt x="11281" y="820126"/>
                  <a:pt x="8107" y="410063"/>
                  <a:pt x="4934" y="0"/>
                </a:cubicBezTo>
                <a:lnTo>
                  <a:pt x="7209457" y="5542"/>
                </a:lnTo>
                <a:cubicBezTo>
                  <a:pt x="7207189" y="413758"/>
                  <a:pt x="7204922" y="821973"/>
                  <a:pt x="7202654" y="1230189"/>
                </a:cubicBezTo>
                <a:lnTo>
                  <a:pt x="7202654" y="11133093"/>
                </a:lnTo>
                <a:lnTo>
                  <a:pt x="5972465" y="11160125"/>
                </a:lnTo>
                <a:lnTo>
                  <a:pt x="1573255" y="11160125"/>
                </a:lnTo>
                <a:cubicBezTo>
                  <a:pt x="893840" y="11160125"/>
                  <a:pt x="-14121" y="10562662"/>
                  <a:pt x="166" y="9260743"/>
                </a:cubicBezTo>
                <a:cubicBezTo>
                  <a:pt x="14453" y="7958824"/>
                  <a:pt x="9691" y="3907040"/>
                  <a:pt x="14454" y="1230189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Номер слайда"/>
          <p:cNvSpPr txBox="1">
            <a:spLocks noGrp="1"/>
          </p:cNvSpPr>
          <p:nvPr>
            <p:ph type="sldNum" sz="quarter" idx="4"/>
          </p:nvPr>
        </p:nvSpPr>
        <p:spPr bwMode="auto">
          <a:xfrm>
            <a:off x="18272234" y="10319999"/>
            <a:ext cx="1068946" cy="426062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/>
              <a:buNone/>
              <a:defRPr sz="1600"/>
            </a:lvl1pPr>
          </a:lstStyle>
          <a:p>
            <a:pPr>
              <a:defRPr/>
            </a:pPr>
            <a:fld id="{9A07687F-D30E-1A4C-A0AB-5DD07EB6EB47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  <p:sldLayoutId id="2147483714" r:id="rId65"/>
    <p:sldLayoutId id="2147483715" r:id="rId66"/>
    <p:sldLayoutId id="2147483716" r:id="rId67"/>
    <p:sldLayoutId id="2147483717" r:id="rId68"/>
    <p:sldLayoutId id="2147483718" r:id="rId69"/>
    <p:sldLayoutId id="2147483719" r:id="rId70"/>
    <p:sldLayoutId id="2147483720" r:id="rId71"/>
    <p:sldLayoutId id="2147483721" r:id="rId72"/>
    <p:sldLayoutId id="2147483722" r:id="rId73"/>
    <p:sldLayoutId id="2147483723" r:id="rId74"/>
    <p:sldLayoutId id="2147483724" r:id="rId75"/>
  </p:sldLayoutIdLst>
  <p:hf hdr="0" ftr="0" dt="0"/>
  <p:txStyles>
    <p:titleStyle>
      <a:lvl1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0" marR="0" indent="0" algn="l" defTabSz="1485609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710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titleStyle>
    <p:bodyStyle>
      <a:lvl1pPr marL="0" marR="0" indent="0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None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1pPr>
      <a:lvl2pPr marL="708566" marR="0" indent="-438064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2pPr>
      <a:lvl3pPr marL="1417132" marR="0" indent="-517712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3pPr>
      <a:lvl4pPr marL="2125697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4pPr>
      <a:lvl5pPr marL="3560341" marR="0" indent="-589121" algn="l" defTabSz="1485609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/>
        <a:buChar char="§"/>
        <a:defRPr sz="23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5pPr>
      <a:lvl6pPr marL="4303145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6pPr>
      <a:lvl7pPr marL="5045952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7pPr>
      <a:lvl8pPr marL="5788754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8pPr>
      <a:lvl9pPr marL="6531561" marR="0" indent="-589121" algn="l" defTabSz="1485609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defRPr sz="4550" b="0" i="0" u="none" strike="noStrike" cap="none" spc="0">
          <a:solidFill>
            <a:srgbClr val="000000"/>
          </a:solidFill>
          <a:latin typeface="Tinkoff Sans"/>
          <a:ea typeface="Tinkoff Sans"/>
          <a:cs typeface="Tinkoff Sans"/>
        </a:defRPr>
      </a:lvl9pPr>
    </p:bodyStyle>
    <p:otherStyle>
      <a:lvl1pPr marL="0" marR="0" indent="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44993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899880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1349818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1799759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224969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269963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3149576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3599515" algn="r" defTabSz="449939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EA90A00-812F-4883-5189-55A9CEDDD9C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73C0F9BB-2080-562E-96B9-0AEC86CD24B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B90A236-8299-4649-4F58-1D57EDCFC6E6}"/>
              </a:ext>
            </a:extLst>
          </p:cNvPr>
          <p:cNvSpPr txBox="1"/>
          <p:nvPr/>
        </p:nvSpPr>
        <p:spPr bwMode="auto">
          <a:xfrm>
            <a:off x="266920" y="305555"/>
            <a:ext cx="9466359" cy="191936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Принцип подстановки Барбары Лисков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F743AE11-8EA9-9784-488F-2F611BA87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1</a:t>
            </a:fld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2B5A7-922D-6551-2CF7-D5502592357A}"/>
              </a:ext>
            </a:extLst>
          </p:cNvPr>
          <p:cNvSpPr txBox="1"/>
          <p:nvPr/>
        </p:nvSpPr>
        <p:spPr>
          <a:xfrm>
            <a:off x="566062" y="4145639"/>
            <a:ext cx="18774448" cy="2154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rtl="0"/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Liskov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Substitution –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подклассы должны быть заменяемы объектами их суперкласса без нарушения корректности программы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То есть наследники не должны ломать поведение базового класса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Очень хороший пример – прошлый семинар и пример со студентом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910577-63D3-C151-3A50-C7545C050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62" y="6545451"/>
            <a:ext cx="10173970" cy="30151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349373-6952-39CA-5AB9-A8A62369E35A}"/>
              </a:ext>
            </a:extLst>
          </p:cNvPr>
          <p:cNvSpPr txBox="1"/>
          <p:nvPr/>
        </p:nvSpPr>
        <p:spPr bwMode="auto">
          <a:xfrm>
            <a:off x="11898299" y="6704986"/>
            <a:ext cx="6624320" cy="26961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rtl="0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Мы ожидаем что при вызове метода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isExcellent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у 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Cheater</a:t>
            </a:r>
            <a:b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</a:b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будет выполнена какая-то проверка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, 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но это нет так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rPr>
              <a:t>.</a:t>
            </a:r>
            <a:endParaRPr lang="ru-RU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  <a:p>
            <a:endParaRPr lang="en-US" dirty="0">
              <a:solidFill>
                <a:schemeClr val="bg2">
                  <a:lumMod val="75000"/>
                </a:schemeClr>
              </a:solidFill>
              <a:latin typeface="Tinkoff Sans" panose="02000506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025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0EF0C3C-D083-EEDF-0928-BC0CDD801D9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A6A2963-3F01-5271-B599-D8B1AA402330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80AFBC6-1188-2489-DF6F-A10AE0F7C3D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18ADAB25-3C30-FD12-5193-3F9F2E306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F009-49DF-1B4C-3D8F-2AE6345F8A54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12A90-A9E4-A604-A1F7-560C8E147EB6}"/>
              </a:ext>
            </a:extLst>
          </p:cNvPr>
          <p:cNvSpPr txBox="1"/>
          <p:nvPr/>
        </p:nvSpPr>
        <p:spPr bwMode="auto">
          <a:xfrm>
            <a:off x="8215337" y="3448326"/>
            <a:ext cx="12873512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Есть </a:t>
            </a:r>
            <a:r>
              <a:rPr lang="ru-RU" b="1" dirty="0"/>
              <a:t>обычный проездной на метро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 ним можно:</a:t>
            </a:r>
          </a:p>
          <a:p>
            <a:r>
              <a:rPr lang="ru-RU" dirty="0"/>
              <a:t>проходить через турникет,</a:t>
            </a:r>
          </a:p>
          <a:p>
            <a:r>
              <a:rPr lang="ru-RU" dirty="0"/>
              <a:t>пополнять баланс,</a:t>
            </a:r>
          </a:p>
          <a:p>
            <a:r>
              <a:rPr lang="ru-RU" dirty="0"/>
              <a:t>смотреть остаток поездок.</a:t>
            </a:r>
          </a:p>
          <a:p>
            <a:endParaRPr lang="ru-RU" dirty="0"/>
          </a:p>
        </p:txBody>
      </p:sp>
      <p:pic>
        <p:nvPicPr>
          <p:cNvPr id="2" name="Picture 2" descr="Проездной билет – Бесплатные иконки: Музыка">
            <a:extLst>
              <a:ext uri="{FF2B5EF4-FFF2-40B4-BE49-F238E27FC236}">
                <a16:creationId xmlns:a16="http://schemas.microsoft.com/office/drawing/2014/main" id="{2A1DEE8E-0956-0871-8C36-402AD79CA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91" y="335748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707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8298D41-30AE-E395-7BFE-E564094FDA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0EF9766-5B58-3EDE-78E2-1F78B294F9EC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2F8DB6CF-5B89-7B3B-2E83-FCC2C4E0062E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92E9F191-9A97-D8BC-5E10-ACB9C04FE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21FA44-1002-BE69-38C6-EC91B3008F88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070D4-36E2-360C-F6D5-E55C9B6DC9E9}"/>
              </a:ext>
            </a:extLst>
          </p:cNvPr>
          <p:cNvSpPr txBox="1"/>
          <p:nvPr/>
        </p:nvSpPr>
        <p:spPr bwMode="auto">
          <a:xfrm>
            <a:off x="7112000" y="6882406"/>
            <a:ext cx="12613482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Появился </a:t>
            </a:r>
            <a:r>
              <a:rPr lang="ru-RU" b="1" dirty="0"/>
              <a:t>«гостевой билет»</a:t>
            </a:r>
            <a:r>
              <a:rPr lang="ru-RU" dirty="0"/>
              <a:t>, который сделали как «подтип» проездного:</a:t>
            </a:r>
          </a:p>
          <a:p>
            <a:r>
              <a:rPr lang="ru-RU" dirty="0"/>
              <a:t>внешне – почти то же самое,</a:t>
            </a:r>
          </a:p>
          <a:p>
            <a:r>
              <a:rPr lang="ru-RU" dirty="0"/>
              <a:t>но он </a:t>
            </a:r>
            <a:r>
              <a:rPr lang="ru-RU" b="1" dirty="0"/>
              <a:t>не пополняемый</a:t>
            </a:r>
            <a:r>
              <a:rPr lang="ru-RU" dirty="0"/>
              <a:t>, нельзя посмотреть баланс, работает только один раз.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" name="Picture 2" descr="Проездной билет – Бесплатные иконки: Музыка">
            <a:extLst>
              <a:ext uri="{FF2B5EF4-FFF2-40B4-BE49-F238E27FC236}">
                <a16:creationId xmlns:a16="http://schemas.microsoft.com/office/drawing/2014/main" id="{D7596886-BBC1-DA3A-5541-FA5A20D6F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91" y="335748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ción De Vector De Plantilla De Diseño De Icono De Logotipo De Boleto  PNG ,dibujos Logo Icons, Iconos De Entradas, Iconos De Plantilla PNG y  Vector para Descargar Gratis | Pngtree">
            <a:extLst>
              <a:ext uri="{FF2B5EF4-FFF2-40B4-BE49-F238E27FC236}">
                <a16:creationId xmlns:a16="http://schemas.microsoft.com/office/drawing/2014/main" id="{DA516007-AF5A-4A4B-19D8-9A180C6D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41" y="596106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328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79B5CB-DC5F-7AB4-A725-F66D416CAF7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B3B315-4788-C8FB-71D9-F4E8588826C9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520D351B-5351-391C-7704-2198D6BDBB75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70163D26-C6C2-D231-0E89-6CBA07E80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F93635-F265-437B-1450-9D7FF2B9A0BE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FA318-678E-ABB8-AC1E-87951230D141}"/>
              </a:ext>
            </a:extLst>
          </p:cNvPr>
          <p:cNvSpPr txBox="1"/>
          <p:nvPr/>
        </p:nvSpPr>
        <p:spPr bwMode="auto">
          <a:xfrm>
            <a:off x="7112000" y="6882406"/>
            <a:ext cx="12613482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Появился </a:t>
            </a:r>
            <a:r>
              <a:rPr lang="ru-RU" b="1" dirty="0"/>
              <a:t>«гостевой билет»</a:t>
            </a:r>
            <a:r>
              <a:rPr lang="ru-RU" dirty="0"/>
              <a:t>, который сделали как «подтип» проездного:</a:t>
            </a:r>
          </a:p>
          <a:p>
            <a:r>
              <a:rPr lang="ru-RU" dirty="0"/>
              <a:t>внешне – почти то же самое,</a:t>
            </a:r>
          </a:p>
          <a:p>
            <a:r>
              <a:rPr lang="ru-RU" dirty="0"/>
              <a:t>но он </a:t>
            </a:r>
            <a:r>
              <a:rPr lang="ru-RU" b="1" dirty="0"/>
              <a:t>не пополняемый</a:t>
            </a:r>
            <a:r>
              <a:rPr lang="ru-RU" dirty="0"/>
              <a:t>, нельзя посмотреть баланс, работает только один раз.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" name="Picture 2" descr="Проездной билет – Бесплатные иконки: Музыка">
            <a:extLst>
              <a:ext uri="{FF2B5EF4-FFF2-40B4-BE49-F238E27FC236}">
                <a16:creationId xmlns:a16="http://schemas.microsoft.com/office/drawing/2014/main" id="{65E189AC-B307-B4AE-3534-21548EBB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91" y="335748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ción De Vector De Plantilla De Diseño De Icono De Logotipo De Boleto  PNG ,dibujos Logo Icons, Iconos De Entradas, Iconos De Plantilla PNG y  Vector para Descargar Gratis | Pngtree">
            <a:extLst>
              <a:ext uri="{FF2B5EF4-FFF2-40B4-BE49-F238E27FC236}">
                <a16:creationId xmlns:a16="http://schemas.microsoft.com/office/drawing/2014/main" id="{3790B6E2-B3D0-9EF6-E7DB-F3B937CA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41" y="596106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419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324414D-900F-29F1-D7F1-01D6624C359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30B54E02-CFCF-BBB5-521D-3AE8634BDF85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18AE220C-CD81-BFA3-539C-1699BFDE2042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A4CAE0F-3438-BF8B-502B-0AAC6490CD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409AC-661C-F85B-FB2D-C65704F26D8E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A8004-A965-2105-8D59-478F6F327D0C}"/>
              </a:ext>
            </a:extLst>
          </p:cNvPr>
          <p:cNvSpPr txBox="1"/>
          <p:nvPr/>
        </p:nvSpPr>
        <p:spPr bwMode="auto">
          <a:xfrm>
            <a:off x="6727028" y="3601203"/>
            <a:ext cx="12613482" cy="86208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/>
              <a:t>Если в системе везде, где ждут «обычный проездной», вдруг начнут подставлять «гостевой билет»,</a:t>
            </a:r>
            <a:br>
              <a:rPr lang="ru-RU" dirty="0"/>
            </a:br>
            <a:r>
              <a:rPr lang="ru-RU" dirty="0"/>
              <a:t>и код/кассиры будут пытаться: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пополнить его,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проверить баланс,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использовать много раз —</a:t>
            </a:r>
          </a:p>
          <a:p>
            <a:r>
              <a:rPr lang="ru-RU" dirty="0"/>
              <a:t>то ожидания </a:t>
            </a:r>
            <a:r>
              <a:rPr lang="ru-RU" b="1" dirty="0"/>
              <a:t>ломаются</a:t>
            </a:r>
            <a:r>
              <a:rPr lang="ru-RU" dirty="0"/>
              <a:t>: часть операций либо не имеет смысла, либо вызывает ошибки.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2" name="Picture 2" descr="Проездной билет – Бесплатные иконки: Музыка">
            <a:extLst>
              <a:ext uri="{FF2B5EF4-FFF2-40B4-BE49-F238E27FC236}">
                <a16:creationId xmlns:a16="http://schemas.microsoft.com/office/drawing/2014/main" id="{FE7D7036-F11B-4FA2-4B42-033481D11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91" y="3357488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ustración De Vector De Plantilla De Diseño De Icono De Logotipo De Boleto  PNG ,dibujos Logo Icons, Iconos De Entradas, Iconos De Plantilla PNG y  Vector para Descargar Gratis | Pngtree">
            <a:extLst>
              <a:ext uri="{FF2B5EF4-FFF2-40B4-BE49-F238E27FC236}">
                <a16:creationId xmlns:a16="http://schemas.microsoft.com/office/drawing/2014/main" id="{C628081F-7263-EFFB-59AD-FCFD9E472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41" y="5961060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1293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42E2533-5900-7C99-1C8D-3513C5E8D57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DA377878-1BF9-0362-95A5-E09EBA439509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BBC86474-164E-D3D0-7A1B-80F7F94C9037}"/>
              </a:ext>
            </a:extLst>
          </p:cNvPr>
          <p:cNvSpPr txBox="1"/>
          <p:nvPr/>
        </p:nvSpPr>
        <p:spPr bwMode="auto">
          <a:xfrm>
            <a:off x="89647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Примеры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CCB69EF8-9F60-18DE-F5DB-18BFB2202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DBC80A-5D18-2394-4793-C628407D6D6A}"/>
              </a:ext>
            </a:extLst>
          </p:cNvPr>
          <p:cNvSpPr txBox="1"/>
          <p:nvPr/>
        </p:nvSpPr>
        <p:spPr bwMode="auto">
          <a:xfrm>
            <a:off x="7112000" y="731520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AF2734-4C4F-03CD-2DE9-7C1BB11BE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650" y="3400096"/>
            <a:ext cx="7885430" cy="713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9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1E0D61F-64F4-2C13-F7BD-E25417DEF77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56E05D0D-2AB8-96B0-B7A8-99018EA168B6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6320EAEC-F052-321A-D596-3B773D8908F5}"/>
              </a:ext>
            </a:extLst>
          </p:cNvPr>
          <p:cNvSpPr txBox="1"/>
          <p:nvPr/>
        </p:nvSpPr>
        <p:spPr bwMode="auto">
          <a:xfrm>
            <a:off x="2144408" y="990740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Условие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9732F9E-0D6E-57BA-00EA-8D607FA89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E1BC4-0EB0-61AF-9A3C-842FB8C3A3B3}"/>
              </a:ext>
            </a:extLst>
          </p:cNvPr>
          <p:cNvSpPr txBox="1"/>
          <p:nvPr/>
        </p:nvSpPr>
        <p:spPr bwMode="auto">
          <a:xfrm>
            <a:off x="6436174" y="5580062"/>
            <a:ext cx="11102340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скрин и рассказываем что вам дано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39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774A9-3974-851E-A877-B3FBC2FFE3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8E9B7A80-E6AB-3B88-F6D0-B962382E85C8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CBAD4BB3-AE45-9666-8EDD-F17C8E8189E8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Проблемы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E8302A22-0DE8-57AD-74C3-779167482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8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CB7EB-CCE5-D47E-999C-0C13C708DB26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8D993-7497-618A-CDCB-0C66BC03DBE5}"/>
              </a:ext>
            </a:extLst>
          </p:cNvPr>
          <p:cNvSpPr txBox="1"/>
          <p:nvPr/>
        </p:nvSpPr>
        <p:spPr bwMode="auto">
          <a:xfrm>
            <a:off x="4390971" y="5580062"/>
            <a:ext cx="13355506" cy="2345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проблемные места (лучше скринами) и что с ними не так 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8807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E7E1D-A29F-B532-8FEC-C9EC38F580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713659" name="Прямоугольник с одним усеченным и одним скругленным углом 16">
            <a:extLst>
              <a:ext uri="{FF2B5EF4-FFF2-40B4-BE49-F238E27FC236}">
                <a16:creationId xmlns:a16="http://schemas.microsoft.com/office/drawing/2014/main" id="{FF8A0F2E-BA84-B29F-9FF2-CC078361BA5E}"/>
              </a:ext>
            </a:extLst>
          </p:cNvPr>
          <p:cNvSpPr/>
          <p:nvPr/>
        </p:nvSpPr>
        <p:spPr bwMode="auto">
          <a:xfrm rot="10799956">
            <a:off x="0" y="-6777"/>
            <a:ext cx="9199674" cy="2991069"/>
          </a:xfrm>
          <a:custGeom>
            <a:avLst/>
            <a:gdLst>
              <a:gd name="connsiteX0" fmla="*/ 1394951 w 9199674"/>
              <a:gd name="connsiteY0" fmla="*/ 0 h 2789902"/>
              <a:gd name="connsiteX1" fmla="*/ 9199674 w 9199674"/>
              <a:gd name="connsiteY1" fmla="*/ 0 h 2789902"/>
              <a:gd name="connsiteX2" fmla="*/ 9199674 w 9199674"/>
              <a:gd name="connsiteY2" fmla="*/ 0 h 2789902"/>
              <a:gd name="connsiteX3" fmla="*/ 9199674 w 9199674"/>
              <a:gd name="connsiteY3" fmla="*/ 2789902 h 2789902"/>
              <a:gd name="connsiteX4" fmla="*/ 0 w 9199674"/>
              <a:gd name="connsiteY4" fmla="*/ 2789902 h 2789902"/>
              <a:gd name="connsiteX5" fmla="*/ 0 w 9199674"/>
              <a:gd name="connsiteY5" fmla="*/ 1394951 h 2789902"/>
              <a:gd name="connsiteX6" fmla="*/ 1394951 w 9199674"/>
              <a:gd name="connsiteY6" fmla="*/ 0 h 2789902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789902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  <a:gd name="connsiteX0" fmla="*/ 1394951 w 9199674"/>
              <a:gd name="connsiteY0" fmla="*/ 0 h 2991070"/>
              <a:gd name="connsiteX1" fmla="*/ 9199674 w 9199674"/>
              <a:gd name="connsiteY1" fmla="*/ 0 h 2991070"/>
              <a:gd name="connsiteX2" fmla="*/ 9199674 w 9199674"/>
              <a:gd name="connsiteY2" fmla="*/ 0 h 2991070"/>
              <a:gd name="connsiteX3" fmla="*/ 9199674 w 9199674"/>
              <a:gd name="connsiteY3" fmla="*/ 2991070 h 2991070"/>
              <a:gd name="connsiteX4" fmla="*/ 0 w 9199674"/>
              <a:gd name="connsiteY4" fmla="*/ 2991070 h 2991070"/>
              <a:gd name="connsiteX5" fmla="*/ 0 w 9199674"/>
              <a:gd name="connsiteY5" fmla="*/ 1394951 h 2991070"/>
              <a:gd name="connsiteX6" fmla="*/ 1394951 w 9199674"/>
              <a:gd name="connsiteY6" fmla="*/ 0 h 2991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99674" h="2991070" extrusionOk="0">
                <a:moveTo>
                  <a:pt x="1394951" y="0"/>
                </a:moveTo>
                <a:lnTo>
                  <a:pt x="9199674" y="0"/>
                </a:lnTo>
                <a:lnTo>
                  <a:pt x="9199674" y="0"/>
                </a:lnTo>
                <a:lnTo>
                  <a:pt x="9199674" y="2991070"/>
                </a:lnTo>
                <a:lnTo>
                  <a:pt x="0" y="2991070"/>
                </a:lnTo>
                <a:lnTo>
                  <a:pt x="0" y="1394951"/>
                </a:lnTo>
                <a:cubicBezTo>
                  <a:pt x="0" y="624541"/>
                  <a:pt x="624541" y="0"/>
                  <a:pt x="1394951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 w="12700" cap="flat">
            <a:solidFill>
              <a:schemeClr val="accent1"/>
            </a:solidFill>
            <a:prstDash val="solid"/>
            <a:miter lim="8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44994" tIns="44994" rIns="44994" bIns="44994" numCol="1" spcCol="38098" rtlCol="0" anchor="ctr">
            <a:noAutofit/>
          </a:bodyPr>
          <a:lstStyle/>
          <a:p>
            <a:pPr>
              <a:defRPr/>
            </a:pPr>
            <a:endParaRPr lang="ru-RU" sz="2350"/>
          </a:p>
        </p:txBody>
      </p:sp>
      <p:sp>
        <p:nvSpPr>
          <p:cNvPr id="1184460363" name="Текст 17">
            <a:extLst>
              <a:ext uri="{FF2B5EF4-FFF2-40B4-BE49-F238E27FC236}">
                <a16:creationId xmlns:a16="http://schemas.microsoft.com/office/drawing/2014/main" id="{70E80120-1F8D-A619-80D8-51F96053050A}"/>
              </a:ext>
            </a:extLst>
          </p:cNvPr>
          <p:cNvSpPr txBox="1"/>
          <p:nvPr/>
        </p:nvSpPr>
        <p:spPr bwMode="auto">
          <a:xfrm>
            <a:off x="2002168" y="813555"/>
            <a:ext cx="7406718" cy="996033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lvl1pPr marL="0" marR="0" indent="11441" algn="l" defTabSz="411477">
              <a:lnSpc>
                <a:spcPct val="100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None/>
              <a:defRPr sz="5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1pPr>
            <a:lvl2pPr marL="720000" marR="0" indent="-445131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2pPr>
            <a:lvl3pPr marL="1440000" marR="0" indent="-526065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3pPr>
            <a:lvl4pPr marL="2160000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4pPr>
            <a:lvl5pPr marL="3617793" marR="0" indent="-598626" algn="l" defTabSz="1509580">
              <a:lnSpc>
                <a:spcPct val="118000"/>
              </a:lnSpc>
              <a:spcBef>
                <a:spcPts val="2398"/>
              </a:spcBef>
              <a:spcAft>
                <a:spcPts val="0"/>
              </a:spcAft>
              <a:buClrTx/>
              <a:buSzPct val="100000"/>
              <a:buFont typeface="Wingdings"/>
              <a:buChar char="§"/>
              <a:defRPr sz="24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5pPr>
            <a:lvl6pPr marL="4372583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6pPr>
            <a:lvl7pPr marL="5127375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7pPr>
            <a:lvl8pPr marL="5882166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8pPr>
            <a:lvl9pPr marL="6636960" marR="0" indent="-598626" algn="l" defTabSz="1509580">
              <a:lnSpc>
                <a:spcPct val="90000"/>
              </a:lnSpc>
              <a:spcBef>
                <a:spcPts val="1598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defRPr sz="4600" b="0" i="0" u="none" strike="noStrike" cap="none" spc="0">
                <a:solidFill>
                  <a:srgbClr val="000000"/>
                </a:solidFill>
                <a:latin typeface="Tinkoff Sans"/>
                <a:ea typeface="Tinkoff Sans"/>
                <a:cs typeface="Tinkoff Sans"/>
              </a:defRPr>
            </a:lvl9pPr>
          </a:lstStyle>
          <a:p>
            <a:pPr>
              <a:defRPr/>
            </a:pPr>
            <a:r>
              <a:rPr lang="ru-RU" sz="6000" b="1" dirty="0"/>
              <a:t>Решения</a:t>
            </a:r>
            <a:endParaRPr dirty="0"/>
          </a:p>
        </p:txBody>
      </p:sp>
      <p:sp>
        <p:nvSpPr>
          <p:cNvPr id="87527263" name="Номер слайда 1">
            <a:extLst>
              <a:ext uri="{FF2B5EF4-FFF2-40B4-BE49-F238E27FC236}">
                <a16:creationId xmlns:a16="http://schemas.microsoft.com/office/drawing/2014/main" id="{80E5CDCE-616E-1D1C-2FFA-B089EBBA6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auto">
          <a:xfrm>
            <a:off x="18272124" y="10320336"/>
            <a:ext cx="1068386" cy="425448"/>
          </a:xfrm>
        </p:spPr>
        <p:txBody>
          <a:bodyPr/>
          <a:lstStyle/>
          <a:p>
            <a:pPr>
              <a:defRPr/>
            </a:pPr>
            <a:fld id="{A6E9B09B-4F07-3D57-2C6F-4A155C82101B}" type="slidenum">
              <a:rPr lang="ru-RU"/>
              <a:t>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E878D1-06BF-24EB-516F-BDAC5CCE9A7C}"/>
              </a:ext>
            </a:extLst>
          </p:cNvPr>
          <p:cNvSpPr txBox="1"/>
          <p:nvPr/>
        </p:nvSpPr>
        <p:spPr bwMode="auto">
          <a:xfrm>
            <a:off x="4206240" y="6156960"/>
            <a:ext cx="184731" cy="3616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5BFAC-73C3-70E3-831E-11D8B9DBF7CC}"/>
              </a:ext>
            </a:extLst>
          </p:cNvPr>
          <p:cNvSpPr txBox="1"/>
          <p:nvPr/>
        </p:nvSpPr>
        <p:spPr bwMode="auto">
          <a:xfrm>
            <a:off x="3672047" y="5580062"/>
            <a:ext cx="15134270" cy="47274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spcAft>
                <a:spcPts val="1800"/>
              </a:spcAft>
              <a:defRPr sz="3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b="1" dirty="0"/>
              <a:t>Сюда то как вы решили проблемы (скринами) и почему выбрали такое решение</a:t>
            </a:r>
            <a:r>
              <a:rPr lang="en-US" b="1" dirty="0"/>
              <a:t>. </a:t>
            </a:r>
          </a:p>
          <a:p>
            <a:r>
              <a:rPr lang="ru-RU" b="1" dirty="0"/>
              <a:t>ВАЖНО уметь ответить вопрос ПОЧЕМУ</a:t>
            </a:r>
            <a:r>
              <a:rPr lang="en-US" b="1" dirty="0"/>
              <a:t>.</a:t>
            </a:r>
          </a:p>
          <a:p>
            <a:r>
              <a:rPr lang="ru-RU" b="1" dirty="0"/>
              <a:t>Можете не успеть все проблемы решить – это </a:t>
            </a:r>
            <a:r>
              <a:rPr lang="ru-RU" b="1" dirty="0" err="1"/>
              <a:t>ок</a:t>
            </a:r>
            <a:r>
              <a:rPr lang="en-US" b="1" dirty="0"/>
              <a:t>.</a:t>
            </a: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2622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Пользовательские 21">
      <a:dk1>
        <a:srgbClr val="1A1919"/>
      </a:dk1>
      <a:lt1>
        <a:srgbClr val="282828"/>
      </a:lt1>
      <a:dk2>
        <a:srgbClr val="757675"/>
      </a:dk2>
      <a:lt2>
        <a:srgbClr val="585858"/>
      </a:lt2>
      <a:accent1>
        <a:srgbClr val="FFDD2C"/>
      </a:accent1>
      <a:accent2>
        <a:srgbClr val="E5ECFF"/>
      </a:accent2>
      <a:accent3>
        <a:srgbClr val="F9F9F9"/>
      </a:accent3>
      <a:accent4>
        <a:srgbClr val="F5F5F6"/>
      </a:accent4>
      <a:accent5>
        <a:srgbClr val="AFAFAF"/>
      </a:accent5>
      <a:accent6>
        <a:srgbClr val="FFFFFF"/>
      </a:accent6>
      <a:hlink>
        <a:srgbClr val="438AF8"/>
      </a:hlink>
      <a:folHlink>
        <a:srgbClr val="525454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2">
            <a:lumMod val="75000"/>
            <a:alpha val="19000"/>
          </a:schemeClr>
        </a:solidFill>
        <a:ln w="12700" cap="flat">
          <a:noFill/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493</TotalTime>
  <Words>539</Words>
  <Application>Microsoft Macintosh PowerPoint</Application>
  <DocSecurity>0</DocSecurity>
  <PresentationFormat>Произвольный</PresentationFormat>
  <Paragraphs>77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Tinkoff Sans</vt:lpstr>
      <vt:lpstr>Wingdings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>Пальцева Злата Игоревна</cp:lastModifiedBy>
  <cp:revision>692</cp:revision>
  <dcterms:modified xsi:type="dcterms:W3CDTF">2025-11-19T22:44:11Z</dcterms:modified>
  <cp:category/>
  <dc:identifier/>
  <cp:contentStatus/>
  <dc:language/>
  <cp:version/>
</cp:coreProperties>
</file>